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Lst>
  <p:notesMasterIdLst>
    <p:notesMasterId r:id="rId10"/>
  </p:notesMasterIdLst>
  <p:sldIdLst>
    <p:sldId id="256" r:id="rId2"/>
    <p:sldId id="257" r:id="rId3"/>
    <p:sldId id="259" r:id="rId4"/>
    <p:sldId id="293" r:id="rId5"/>
    <p:sldId id="294" r:id="rId6"/>
    <p:sldId id="260" r:id="rId7"/>
    <p:sldId id="295" r:id="rId8"/>
    <p:sldId id="261" r:id="rId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1834" y="2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7348477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5dc4e38d75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5dc4e38d75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89485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5c99e1ede3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5c99e1ede3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952055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5c99e1ede3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5c99e1ede3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50436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5c99e1ede3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5c99e1ede3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791568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5c99e1ede3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5c99e1ede3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98714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5dc4e38d7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5dc4e38d7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59707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5221751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5c99e1ede3_0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5c99e1ede3_0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920692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OPENING TITLE" type="title">
  <p:cSld name="TITLE">
    <p:bg>
      <p:bgPr>
        <a:gradFill>
          <a:gsLst>
            <a:gs pos="0">
              <a:srgbClr val="052643"/>
            </a:gs>
            <a:gs pos="100000">
              <a:srgbClr val="041523"/>
            </a:gs>
          </a:gsLst>
          <a:path path="circle">
            <a:fillToRect l="50000" t="50000" r="50000" b="50000"/>
          </a:path>
          <a:tileRect/>
        </a:gra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5237375" y="3670025"/>
            <a:ext cx="3129600" cy="606600"/>
          </a:xfrm>
          <a:prstGeom prst="rect">
            <a:avLst/>
          </a:prstGeom>
        </p:spPr>
        <p:txBody>
          <a:bodyPr spcFirstLastPara="1" wrap="square" lIns="91425" tIns="91425" rIns="91425" bIns="91425" anchor="b" anchorCtr="0">
            <a:noAutofit/>
          </a:bodyPr>
          <a:lstStyle>
            <a:lvl1pPr lvl="0" algn="r">
              <a:spcBef>
                <a:spcPts val="0"/>
              </a:spcBef>
              <a:spcAft>
                <a:spcPts val="0"/>
              </a:spcAft>
              <a:buClr>
                <a:srgbClr val="48FFD5"/>
              </a:buClr>
              <a:buSzPts val="3000"/>
              <a:buFont typeface="Roboto Black"/>
              <a:buNone/>
              <a:defRPr sz="3000" b="0">
                <a:solidFill>
                  <a:srgbClr val="48FFD5"/>
                </a:solidFill>
                <a:latin typeface="Roboto Black"/>
                <a:ea typeface="Roboto Black"/>
                <a:cs typeface="Roboto Black"/>
                <a:sym typeface="Roboto Black"/>
              </a:defRPr>
            </a:lvl1pPr>
            <a:lvl2pPr lvl="1" algn="r">
              <a:spcBef>
                <a:spcPts val="0"/>
              </a:spcBef>
              <a:spcAft>
                <a:spcPts val="0"/>
              </a:spcAft>
              <a:buClr>
                <a:srgbClr val="48FFD5"/>
              </a:buClr>
              <a:buSzPts val="3600"/>
              <a:buNone/>
              <a:defRPr sz="3600">
                <a:solidFill>
                  <a:srgbClr val="48FFD5"/>
                </a:solidFill>
              </a:defRPr>
            </a:lvl2pPr>
            <a:lvl3pPr lvl="2" algn="r">
              <a:spcBef>
                <a:spcPts val="0"/>
              </a:spcBef>
              <a:spcAft>
                <a:spcPts val="0"/>
              </a:spcAft>
              <a:buClr>
                <a:srgbClr val="48FFD5"/>
              </a:buClr>
              <a:buSzPts val="3600"/>
              <a:buNone/>
              <a:defRPr sz="3600">
                <a:solidFill>
                  <a:srgbClr val="48FFD5"/>
                </a:solidFill>
              </a:defRPr>
            </a:lvl3pPr>
            <a:lvl4pPr lvl="3" algn="r">
              <a:spcBef>
                <a:spcPts val="0"/>
              </a:spcBef>
              <a:spcAft>
                <a:spcPts val="0"/>
              </a:spcAft>
              <a:buClr>
                <a:srgbClr val="48FFD5"/>
              </a:buClr>
              <a:buSzPts val="3600"/>
              <a:buNone/>
              <a:defRPr sz="3600">
                <a:solidFill>
                  <a:srgbClr val="48FFD5"/>
                </a:solidFill>
              </a:defRPr>
            </a:lvl4pPr>
            <a:lvl5pPr lvl="4" algn="r">
              <a:spcBef>
                <a:spcPts val="0"/>
              </a:spcBef>
              <a:spcAft>
                <a:spcPts val="0"/>
              </a:spcAft>
              <a:buClr>
                <a:srgbClr val="48FFD5"/>
              </a:buClr>
              <a:buSzPts val="3600"/>
              <a:buNone/>
              <a:defRPr sz="3600">
                <a:solidFill>
                  <a:srgbClr val="48FFD5"/>
                </a:solidFill>
              </a:defRPr>
            </a:lvl5pPr>
            <a:lvl6pPr lvl="5" algn="r">
              <a:spcBef>
                <a:spcPts val="0"/>
              </a:spcBef>
              <a:spcAft>
                <a:spcPts val="0"/>
              </a:spcAft>
              <a:buClr>
                <a:srgbClr val="48FFD5"/>
              </a:buClr>
              <a:buSzPts val="3600"/>
              <a:buNone/>
              <a:defRPr sz="3600">
                <a:solidFill>
                  <a:srgbClr val="48FFD5"/>
                </a:solidFill>
              </a:defRPr>
            </a:lvl6pPr>
            <a:lvl7pPr lvl="6" algn="r">
              <a:spcBef>
                <a:spcPts val="0"/>
              </a:spcBef>
              <a:spcAft>
                <a:spcPts val="0"/>
              </a:spcAft>
              <a:buClr>
                <a:srgbClr val="48FFD5"/>
              </a:buClr>
              <a:buSzPts val="3600"/>
              <a:buNone/>
              <a:defRPr sz="3600">
                <a:solidFill>
                  <a:srgbClr val="48FFD5"/>
                </a:solidFill>
              </a:defRPr>
            </a:lvl7pPr>
            <a:lvl8pPr lvl="7" algn="r">
              <a:spcBef>
                <a:spcPts val="0"/>
              </a:spcBef>
              <a:spcAft>
                <a:spcPts val="0"/>
              </a:spcAft>
              <a:buClr>
                <a:srgbClr val="48FFD5"/>
              </a:buClr>
              <a:buSzPts val="3600"/>
              <a:buNone/>
              <a:defRPr sz="3600">
                <a:solidFill>
                  <a:srgbClr val="48FFD5"/>
                </a:solidFill>
              </a:defRPr>
            </a:lvl8pPr>
            <a:lvl9pPr lvl="8" algn="r">
              <a:spcBef>
                <a:spcPts val="0"/>
              </a:spcBef>
              <a:spcAft>
                <a:spcPts val="0"/>
              </a:spcAft>
              <a:buClr>
                <a:srgbClr val="48FFD5"/>
              </a:buClr>
              <a:buSzPts val="3600"/>
              <a:buNone/>
              <a:defRPr sz="3600">
                <a:solidFill>
                  <a:srgbClr val="48FFD5"/>
                </a:solidFill>
              </a:defRPr>
            </a:lvl9pPr>
          </a:lstStyle>
          <a:p>
            <a:endParaRPr/>
          </a:p>
        </p:txBody>
      </p:sp>
      <p:sp>
        <p:nvSpPr>
          <p:cNvPr id="10" name="Google Shape;10;p2"/>
          <p:cNvSpPr txBox="1">
            <a:spLocks noGrp="1"/>
          </p:cNvSpPr>
          <p:nvPr>
            <p:ph type="subTitle" idx="1"/>
          </p:nvPr>
        </p:nvSpPr>
        <p:spPr>
          <a:xfrm>
            <a:off x="5237375" y="4181150"/>
            <a:ext cx="3129600" cy="6066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Clr>
                <a:srgbClr val="FFFFFF"/>
              </a:buClr>
              <a:buSzPts val="1200"/>
              <a:buNone/>
              <a:defRPr sz="1200">
                <a:solidFill>
                  <a:srgbClr val="FFFFFF"/>
                </a:solidFill>
              </a:defRPr>
            </a:lvl1pPr>
            <a:lvl2pPr lvl="1" algn="r">
              <a:lnSpc>
                <a:spcPct val="100000"/>
              </a:lnSpc>
              <a:spcBef>
                <a:spcPts val="0"/>
              </a:spcBef>
              <a:spcAft>
                <a:spcPts val="0"/>
              </a:spcAft>
              <a:buClr>
                <a:srgbClr val="48FFD5"/>
              </a:buClr>
              <a:buSzPts val="1200"/>
              <a:buNone/>
              <a:defRPr sz="1200">
                <a:solidFill>
                  <a:srgbClr val="48FFD5"/>
                </a:solidFill>
              </a:defRPr>
            </a:lvl2pPr>
            <a:lvl3pPr lvl="2" algn="r">
              <a:lnSpc>
                <a:spcPct val="100000"/>
              </a:lnSpc>
              <a:spcBef>
                <a:spcPts val="0"/>
              </a:spcBef>
              <a:spcAft>
                <a:spcPts val="0"/>
              </a:spcAft>
              <a:buClr>
                <a:srgbClr val="48FFD5"/>
              </a:buClr>
              <a:buSzPts val="1200"/>
              <a:buNone/>
              <a:defRPr sz="1200">
                <a:solidFill>
                  <a:srgbClr val="48FFD5"/>
                </a:solidFill>
              </a:defRPr>
            </a:lvl3pPr>
            <a:lvl4pPr lvl="3" algn="r">
              <a:lnSpc>
                <a:spcPct val="100000"/>
              </a:lnSpc>
              <a:spcBef>
                <a:spcPts val="0"/>
              </a:spcBef>
              <a:spcAft>
                <a:spcPts val="0"/>
              </a:spcAft>
              <a:buClr>
                <a:srgbClr val="48FFD5"/>
              </a:buClr>
              <a:buSzPts val="1200"/>
              <a:buNone/>
              <a:defRPr sz="1200">
                <a:solidFill>
                  <a:srgbClr val="48FFD5"/>
                </a:solidFill>
              </a:defRPr>
            </a:lvl4pPr>
            <a:lvl5pPr lvl="4" algn="r">
              <a:lnSpc>
                <a:spcPct val="100000"/>
              </a:lnSpc>
              <a:spcBef>
                <a:spcPts val="0"/>
              </a:spcBef>
              <a:spcAft>
                <a:spcPts val="0"/>
              </a:spcAft>
              <a:buClr>
                <a:srgbClr val="48FFD5"/>
              </a:buClr>
              <a:buSzPts val="1200"/>
              <a:buNone/>
              <a:defRPr sz="1200">
                <a:solidFill>
                  <a:srgbClr val="48FFD5"/>
                </a:solidFill>
              </a:defRPr>
            </a:lvl5pPr>
            <a:lvl6pPr lvl="5" algn="r">
              <a:lnSpc>
                <a:spcPct val="100000"/>
              </a:lnSpc>
              <a:spcBef>
                <a:spcPts val="0"/>
              </a:spcBef>
              <a:spcAft>
                <a:spcPts val="0"/>
              </a:spcAft>
              <a:buClr>
                <a:srgbClr val="48FFD5"/>
              </a:buClr>
              <a:buSzPts val="1200"/>
              <a:buNone/>
              <a:defRPr sz="1200">
                <a:solidFill>
                  <a:srgbClr val="48FFD5"/>
                </a:solidFill>
              </a:defRPr>
            </a:lvl6pPr>
            <a:lvl7pPr lvl="6" algn="r">
              <a:lnSpc>
                <a:spcPct val="100000"/>
              </a:lnSpc>
              <a:spcBef>
                <a:spcPts val="0"/>
              </a:spcBef>
              <a:spcAft>
                <a:spcPts val="0"/>
              </a:spcAft>
              <a:buClr>
                <a:srgbClr val="48FFD5"/>
              </a:buClr>
              <a:buSzPts val="1200"/>
              <a:buNone/>
              <a:defRPr sz="1200">
                <a:solidFill>
                  <a:srgbClr val="48FFD5"/>
                </a:solidFill>
              </a:defRPr>
            </a:lvl7pPr>
            <a:lvl8pPr lvl="7" algn="r">
              <a:lnSpc>
                <a:spcPct val="100000"/>
              </a:lnSpc>
              <a:spcBef>
                <a:spcPts val="0"/>
              </a:spcBef>
              <a:spcAft>
                <a:spcPts val="0"/>
              </a:spcAft>
              <a:buClr>
                <a:srgbClr val="48FFD5"/>
              </a:buClr>
              <a:buSzPts val="1200"/>
              <a:buNone/>
              <a:defRPr sz="1200">
                <a:solidFill>
                  <a:srgbClr val="48FFD5"/>
                </a:solidFill>
              </a:defRPr>
            </a:lvl8pPr>
            <a:lvl9pPr lvl="8" algn="r">
              <a:lnSpc>
                <a:spcPct val="100000"/>
              </a:lnSpc>
              <a:spcBef>
                <a:spcPts val="0"/>
              </a:spcBef>
              <a:spcAft>
                <a:spcPts val="0"/>
              </a:spcAft>
              <a:buClr>
                <a:srgbClr val="48FFD5"/>
              </a:buClr>
              <a:buSzPts val="1200"/>
              <a:buNone/>
              <a:defRPr sz="1200">
                <a:solidFill>
                  <a:srgbClr val="48FFD5"/>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OF CONTENT">
  <p:cSld name="TITLE_1">
    <p:bg>
      <p:bgPr>
        <a:gradFill>
          <a:gsLst>
            <a:gs pos="0">
              <a:srgbClr val="052643"/>
            </a:gs>
            <a:gs pos="100000">
              <a:srgbClr val="041523"/>
            </a:gs>
          </a:gsLst>
          <a:path path="circle">
            <a:fillToRect l="50000" t="50000" r="50000" b="50000"/>
          </a:path>
          <a:tileRect/>
        </a:gradFill>
        <a:effectLst/>
      </p:bgPr>
    </p:bg>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311700" y="644550"/>
            <a:ext cx="8520600" cy="6066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FFFFF"/>
              </a:buClr>
              <a:buSzPts val="3000"/>
              <a:buFont typeface="Roboto Black"/>
              <a:buNone/>
              <a:defRPr sz="3000" b="0">
                <a:solidFill>
                  <a:srgbClr val="FFFFFF"/>
                </a:solidFill>
                <a:latin typeface="Roboto Black"/>
                <a:ea typeface="Roboto Black"/>
                <a:cs typeface="Roboto Black"/>
                <a:sym typeface="Roboto Black"/>
              </a:defRPr>
            </a:lvl1pPr>
            <a:lvl2pPr lvl="1" algn="ctr" rtl="0">
              <a:spcBef>
                <a:spcPts val="0"/>
              </a:spcBef>
              <a:spcAft>
                <a:spcPts val="0"/>
              </a:spcAft>
              <a:buClr>
                <a:srgbClr val="FFFFFF"/>
              </a:buClr>
              <a:buSzPts val="5200"/>
              <a:buNone/>
              <a:defRPr sz="5200">
                <a:solidFill>
                  <a:srgbClr val="FFFFFF"/>
                </a:solidFill>
              </a:defRPr>
            </a:lvl2pPr>
            <a:lvl3pPr lvl="2" algn="ctr" rtl="0">
              <a:spcBef>
                <a:spcPts val="0"/>
              </a:spcBef>
              <a:spcAft>
                <a:spcPts val="0"/>
              </a:spcAft>
              <a:buClr>
                <a:srgbClr val="FFFFFF"/>
              </a:buClr>
              <a:buSzPts val="5200"/>
              <a:buNone/>
              <a:defRPr sz="5200">
                <a:solidFill>
                  <a:srgbClr val="FFFFFF"/>
                </a:solidFill>
              </a:defRPr>
            </a:lvl3pPr>
            <a:lvl4pPr lvl="3" algn="ctr" rtl="0">
              <a:spcBef>
                <a:spcPts val="0"/>
              </a:spcBef>
              <a:spcAft>
                <a:spcPts val="0"/>
              </a:spcAft>
              <a:buClr>
                <a:srgbClr val="FFFFFF"/>
              </a:buClr>
              <a:buSzPts val="5200"/>
              <a:buNone/>
              <a:defRPr sz="5200">
                <a:solidFill>
                  <a:srgbClr val="FFFFFF"/>
                </a:solidFill>
              </a:defRPr>
            </a:lvl4pPr>
            <a:lvl5pPr lvl="4" algn="ctr" rtl="0">
              <a:spcBef>
                <a:spcPts val="0"/>
              </a:spcBef>
              <a:spcAft>
                <a:spcPts val="0"/>
              </a:spcAft>
              <a:buClr>
                <a:srgbClr val="FFFFFF"/>
              </a:buClr>
              <a:buSzPts val="5200"/>
              <a:buNone/>
              <a:defRPr sz="5200">
                <a:solidFill>
                  <a:srgbClr val="FFFFFF"/>
                </a:solidFill>
              </a:defRPr>
            </a:lvl5pPr>
            <a:lvl6pPr lvl="5" algn="ctr" rtl="0">
              <a:spcBef>
                <a:spcPts val="0"/>
              </a:spcBef>
              <a:spcAft>
                <a:spcPts val="0"/>
              </a:spcAft>
              <a:buClr>
                <a:srgbClr val="FFFFFF"/>
              </a:buClr>
              <a:buSzPts val="5200"/>
              <a:buNone/>
              <a:defRPr sz="5200">
                <a:solidFill>
                  <a:srgbClr val="FFFFFF"/>
                </a:solidFill>
              </a:defRPr>
            </a:lvl6pPr>
            <a:lvl7pPr lvl="6" algn="ctr" rtl="0">
              <a:spcBef>
                <a:spcPts val="0"/>
              </a:spcBef>
              <a:spcAft>
                <a:spcPts val="0"/>
              </a:spcAft>
              <a:buClr>
                <a:srgbClr val="FFFFFF"/>
              </a:buClr>
              <a:buSzPts val="5200"/>
              <a:buNone/>
              <a:defRPr sz="5200">
                <a:solidFill>
                  <a:srgbClr val="FFFFFF"/>
                </a:solidFill>
              </a:defRPr>
            </a:lvl7pPr>
            <a:lvl8pPr lvl="7" algn="ctr" rtl="0">
              <a:spcBef>
                <a:spcPts val="0"/>
              </a:spcBef>
              <a:spcAft>
                <a:spcPts val="0"/>
              </a:spcAft>
              <a:buClr>
                <a:srgbClr val="FFFFFF"/>
              </a:buClr>
              <a:buSzPts val="5200"/>
              <a:buNone/>
              <a:defRPr sz="5200">
                <a:solidFill>
                  <a:srgbClr val="FFFFFF"/>
                </a:solidFill>
              </a:defRPr>
            </a:lvl8pPr>
            <a:lvl9pPr lvl="8" algn="ctr" rtl="0">
              <a:spcBef>
                <a:spcPts val="0"/>
              </a:spcBef>
              <a:spcAft>
                <a:spcPts val="0"/>
              </a:spcAft>
              <a:buClr>
                <a:srgbClr val="FFFFFF"/>
              </a:buClr>
              <a:buSzPts val="5200"/>
              <a:buNone/>
              <a:defRPr sz="5200">
                <a:solidFill>
                  <a:srgbClr val="FFFFFF"/>
                </a:solidFill>
              </a:defRPr>
            </a:lvl9pPr>
          </a:lstStyle>
          <a:p>
            <a:endParaRPr/>
          </a:p>
        </p:txBody>
      </p:sp>
      <p:sp>
        <p:nvSpPr>
          <p:cNvPr id="13" name="Google Shape;13;p3"/>
          <p:cNvSpPr txBox="1">
            <a:spLocks noGrp="1"/>
          </p:cNvSpPr>
          <p:nvPr>
            <p:ph type="subTitle" idx="1"/>
          </p:nvPr>
        </p:nvSpPr>
        <p:spPr>
          <a:xfrm>
            <a:off x="6411225" y="2121900"/>
            <a:ext cx="1889400" cy="502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48FFD5"/>
              </a:buClr>
              <a:buSzPts val="900"/>
              <a:buNone/>
              <a:defRPr sz="900">
                <a:solidFill>
                  <a:srgbClr val="48FFD5"/>
                </a:solidFill>
              </a:defRPr>
            </a:lvl1pPr>
            <a:lvl2pPr lvl="1" algn="ctr" rtl="0">
              <a:lnSpc>
                <a:spcPct val="100000"/>
              </a:lnSpc>
              <a:spcBef>
                <a:spcPts val="0"/>
              </a:spcBef>
              <a:spcAft>
                <a:spcPts val="0"/>
              </a:spcAft>
              <a:buClr>
                <a:srgbClr val="48FFD5"/>
              </a:buClr>
              <a:buSzPts val="900"/>
              <a:buNone/>
              <a:defRPr sz="900">
                <a:solidFill>
                  <a:srgbClr val="48FFD5"/>
                </a:solidFill>
              </a:defRPr>
            </a:lvl2pPr>
            <a:lvl3pPr lvl="2" algn="ctr" rtl="0">
              <a:lnSpc>
                <a:spcPct val="100000"/>
              </a:lnSpc>
              <a:spcBef>
                <a:spcPts val="0"/>
              </a:spcBef>
              <a:spcAft>
                <a:spcPts val="0"/>
              </a:spcAft>
              <a:buClr>
                <a:srgbClr val="48FFD5"/>
              </a:buClr>
              <a:buSzPts val="900"/>
              <a:buNone/>
              <a:defRPr sz="900">
                <a:solidFill>
                  <a:srgbClr val="48FFD5"/>
                </a:solidFill>
              </a:defRPr>
            </a:lvl3pPr>
            <a:lvl4pPr lvl="3" algn="ctr" rtl="0">
              <a:lnSpc>
                <a:spcPct val="100000"/>
              </a:lnSpc>
              <a:spcBef>
                <a:spcPts val="0"/>
              </a:spcBef>
              <a:spcAft>
                <a:spcPts val="0"/>
              </a:spcAft>
              <a:buClr>
                <a:srgbClr val="48FFD5"/>
              </a:buClr>
              <a:buSzPts val="900"/>
              <a:buNone/>
              <a:defRPr sz="900">
                <a:solidFill>
                  <a:srgbClr val="48FFD5"/>
                </a:solidFill>
              </a:defRPr>
            </a:lvl4pPr>
            <a:lvl5pPr lvl="4" algn="ctr" rtl="0">
              <a:lnSpc>
                <a:spcPct val="100000"/>
              </a:lnSpc>
              <a:spcBef>
                <a:spcPts val="0"/>
              </a:spcBef>
              <a:spcAft>
                <a:spcPts val="0"/>
              </a:spcAft>
              <a:buClr>
                <a:srgbClr val="48FFD5"/>
              </a:buClr>
              <a:buSzPts val="900"/>
              <a:buNone/>
              <a:defRPr sz="900">
                <a:solidFill>
                  <a:srgbClr val="48FFD5"/>
                </a:solidFill>
              </a:defRPr>
            </a:lvl5pPr>
            <a:lvl6pPr lvl="5" algn="ctr" rtl="0">
              <a:lnSpc>
                <a:spcPct val="100000"/>
              </a:lnSpc>
              <a:spcBef>
                <a:spcPts val="0"/>
              </a:spcBef>
              <a:spcAft>
                <a:spcPts val="0"/>
              </a:spcAft>
              <a:buClr>
                <a:srgbClr val="48FFD5"/>
              </a:buClr>
              <a:buSzPts val="900"/>
              <a:buNone/>
              <a:defRPr sz="900">
                <a:solidFill>
                  <a:srgbClr val="48FFD5"/>
                </a:solidFill>
              </a:defRPr>
            </a:lvl6pPr>
            <a:lvl7pPr lvl="6" algn="ctr" rtl="0">
              <a:lnSpc>
                <a:spcPct val="100000"/>
              </a:lnSpc>
              <a:spcBef>
                <a:spcPts val="0"/>
              </a:spcBef>
              <a:spcAft>
                <a:spcPts val="0"/>
              </a:spcAft>
              <a:buClr>
                <a:srgbClr val="48FFD5"/>
              </a:buClr>
              <a:buSzPts val="900"/>
              <a:buNone/>
              <a:defRPr sz="900">
                <a:solidFill>
                  <a:srgbClr val="48FFD5"/>
                </a:solidFill>
              </a:defRPr>
            </a:lvl7pPr>
            <a:lvl8pPr lvl="7" algn="ctr" rtl="0">
              <a:lnSpc>
                <a:spcPct val="100000"/>
              </a:lnSpc>
              <a:spcBef>
                <a:spcPts val="0"/>
              </a:spcBef>
              <a:spcAft>
                <a:spcPts val="0"/>
              </a:spcAft>
              <a:buClr>
                <a:srgbClr val="48FFD5"/>
              </a:buClr>
              <a:buSzPts val="900"/>
              <a:buNone/>
              <a:defRPr sz="900">
                <a:solidFill>
                  <a:srgbClr val="48FFD5"/>
                </a:solidFill>
              </a:defRPr>
            </a:lvl8pPr>
            <a:lvl9pPr lvl="8" algn="ctr" rtl="0">
              <a:lnSpc>
                <a:spcPct val="100000"/>
              </a:lnSpc>
              <a:spcBef>
                <a:spcPts val="0"/>
              </a:spcBef>
              <a:spcAft>
                <a:spcPts val="0"/>
              </a:spcAft>
              <a:buClr>
                <a:srgbClr val="48FFD5"/>
              </a:buClr>
              <a:buSzPts val="900"/>
              <a:buNone/>
              <a:defRPr sz="900">
                <a:solidFill>
                  <a:srgbClr val="48FFD5"/>
                </a:solidFill>
              </a:defRPr>
            </a:lvl9pPr>
          </a:lstStyle>
          <a:p>
            <a:endParaRPr/>
          </a:p>
        </p:txBody>
      </p:sp>
      <p:sp>
        <p:nvSpPr>
          <p:cNvPr id="14" name="Google Shape;14;p3"/>
          <p:cNvSpPr txBox="1">
            <a:spLocks noGrp="1"/>
          </p:cNvSpPr>
          <p:nvPr>
            <p:ph type="title" idx="2" hasCustomPrompt="1"/>
          </p:nvPr>
        </p:nvSpPr>
        <p:spPr>
          <a:xfrm>
            <a:off x="5167125" y="1901250"/>
            <a:ext cx="1176900" cy="606600"/>
          </a:xfrm>
          <a:prstGeom prst="rect">
            <a:avLst/>
          </a:prstGeom>
        </p:spPr>
        <p:txBody>
          <a:bodyPr spcFirstLastPara="1" wrap="square" lIns="91425" tIns="91425" rIns="91425" bIns="91425" anchor="b" anchorCtr="0">
            <a:noAutofit/>
          </a:bodyPr>
          <a:lstStyle>
            <a:lvl1pPr lvl="0"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1pPr>
            <a:lvl2pPr lvl="1"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2pPr>
            <a:lvl3pPr lvl="2"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3pPr>
            <a:lvl4pPr lvl="3"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4pPr>
            <a:lvl5pPr lvl="4"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5pPr>
            <a:lvl6pPr lvl="5"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6pPr>
            <a:lvl7pPr lvl="6"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7pPr>
            <a:lvl8pPr lvl="7"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8pPr>
            <a:lvl9pPr lvl="8"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9pPr>
          </a:lstStyle>
          <a:p>
            <a:r>
              <a:t>xx%</a:t>
            </a:r>
          </a:p>
        </p:txBody>
      </p:sp>
      <p:sp>
        <p:nvSpPr>
          <p:cNvPr id="15" name="Google Shape;15;p3"/>
          <p:cNvSpPr txBox="1">
            <a:spLocks noGrp="1"/>
          </p:cNvSpPr>
          <p:nvPr>
            <p:ph type="subTitle" idx="3"/>
          </p:nvPr>
        </p:nvSpPr>
        <p:spPr>
          <a:xfrm>
            <a:off x="6411225" y="3046600"/>
            <a:ext cx="1889400" cy="502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48FFD5"/>
              </a:buClr>
              <a:buSzPts val="900"/>
              <a:buNone/>
              <a:defRPr sz="900">
                <a:solidFill>
                  <a:srgbClr val="48FFD5"/>
                </a:solidFill>
              </a:defRPr>
            </a:lvl1pPr>
            <a:lvl2pPr lvl="1" algn="ctr" rtl="0">
              <a:lnSpc>
                <a:spcPct val="100000"/>
              </a:lnSpc>
              <a:spcBef>
                <a:spcPts val="0"/>
              </a:spcBef>
              <a:spcAft>
                <a:spcPts val="0"/>
              </a:spcAft>
              <a:buClr>
                <a:srgbClr val="48FFD5"/>
              </a:buClr>
              <a:buSzPts val="900"/>
              <a:buNone/>
              <a:defRPr sz="900">
                <a:solidFill>
                  <a:srgbClr val="48FFD5"/>
                </a:solidFill>
              </a:defRPr>
            </a:lvl2pPr>
            <a:lvl3pPr lvl="2" algn="ctr" rtl="0">
              <a:lnSpc>
                <a:spcPct val="100000"/>
              </a:lnSpc>
              <a:spcBef>
                <a:spcPts val="0"/>
              </a:spcBef>
              <a:spcAft>
                <a:spcPts val="0"/>
              </a:spcAft>
              <a:buClr>
                <a:srgbClr val="48FFD5"/>
              </a:buClr>
              <a:buSzPts val="900"/>
              <a:buNone/>
              <a:defRPr sz="900">
                <a:solidFill>
                  <a:srgbClr val="48FFD5"/>
                </a:solidFill>
              </a:defRPr>
            </a:lvl3pPr>
            <a:lvl4pPr lvl="3" algn="ctr" rtl="0">
              <a:lnSpc>
                <a:spcPct val="100000"/>
              </a:lnSpc>
              <a:spcBef>
                <a:spcPts val="0"/>
              </a:spcBef>
              <a:spcAft>
                <a:spcPts val="0"/>
              </a:spcAft>
              <a:buClr>
                <a:srgbClr val="48FFD5"/>
              </a:buClr>
              <a:buSzPts val="900"/>
              <a:buNone/>
              <a:defRPr sz="900">
                <a:solidFill>
                  <a:srgbClr val="48FFD5"/>
                </a:solidFill>
              </a:defRPr>
            </a:lvl4pPr>
            <a:lvl5pPr lvl="4" algn="ctr" rtl="0">
              <a:lnSpc>
                <a:spcPct val="100000"/>
              </a:lnSpc>
              <a:spcBef>
                <a:spcPts val="0"/>
              </a:spcBef>
              <a:spcAft>
                <a:spcPts val="0"/>
              </a:spcAft>
              <a:buClr>
                <a:srgbClr val="48FFD5"/>
              </a:buClr>
              <a:buSzPts val="900"/>
              <a:buNone/>
              <a:defRPr sz="900">
                <a:solidFill>
                  <a:srgbClr val="48FFD5"/>
                </a:solidFill>
              </a:defRPr>
            </a:lvl5pPr>
            <a:lvl6pPr lvl="5" algn="ctr" rtl="0">
              <a:lnSpc>
                <a:spcPct val="100000"/>
              </a:lnSpc>
              <a:spcBef>
                <a:spcPts val="0"/>
              </a:spcBef>
              <a:spcAft>
                <a:spcPts val="0"/>
              </a:spcAft>
              <a:buClr>
                <a:srgbClr val="48FFD5"/>
              </a:buClr>
              <a:buSzPts val="900"/>
              <a:buNone/>
              <a:defRPr sz="900">
                <a:solidFill>
                  <a:srgbClr val="48FFD5"/>
                </a:solidFill>
              </a:defRPr>
            </a:lvl6pPr>
            <a:lvl7pPr lvl="6" algn="ctr" rtl="0">
              <a:lnSpc>
                <a:spcPct val="100000"/>
              </a:lnSpc>
              <a:spcBef>
                <a:spcPts val="0"/>
              </a:spcBef>
              <a:spcAft>
                <a:spcPts val="0"/>
              </a:spcAft>
              <a:buClr>
                <a:srgbClr val="48FFD5"/>
              </a:buClr>
              <a:buSzPts val="900"/>
              <a:buNone/>
              <a:defRPr sz="900">
                <a:solidFill>
                  <a:srgbClr val="48FFD5"/>
                </a:solidFill>
              </a:defRPr>
            </a:lvl7pPr>
            <a:lvl8pPr lvl="7" algn="ctr" rtl="0">
              <a:lnSpc>
                <a:spcPct val="100000"/>
              </a:lnSpc>
              <a:spcBef>
                <a:spcPts val="0"/>
              </a:spcBef>
              <a:spcAft>
                <a:spcPts val="0"/>
              </a:spcAft>
              <a:buClr>
                <a:srgbClr val="48FFD5"/>
              </a:buClr>
              <a:buSzPts val="900"/>
              <a:buNone/>
              <a:defRPr sz="900">
                <a:solidFill>
                  <a:srgbClr val="48FFD5"/>
                </a:solidFill>
              </a:defRPr>
            </a:lvl8pPr>
            <a:lvl9pPr lvl="8" algn="ctr" rtl="0">
              <a:lnSpc>
                <a:spcPct val="100000"/>
              </a:lnSpc>
              <a:spcBef>
                <a:spcPts val="0"/>
              </a:spcBef>
              <a:spcAft>
                <a:spcPts val="0"/>
              </a:spcAft>
              <a:buClr>
                <a:srgbClr val="48FFD5"/>
              </a:buClr>
              <a:buSzPts val="900"/>
              <a:buNone/>
              <a:defRPr sz="900">
                <a:solidFill>
                  <a:srgbClr val="48FFD5"/>
                </a:solidFill>
              </a:defRPr>
            </a:lvl9pPr>
          </a:lstStyle>
          <a:p>
            <a:endParaRPr/>
          </a:p>
        </p:txBody>
      </p:sp>
      <p:sp>
        <p:nvSpPr>
          <p:cNvPr id="16" name="Google Shape;16;p3"/>
          <p:cNvSpPr txBox="1">
            <a:spLocks noGrp="1"/>
          </p:cNvSpPr>
          <p:nvPr>
            <p:ph type="title" idx="4" hasCustomPrompt="1"/>
          </p:nvPr>
        </p:nvSpPr>
        <p:spPr>
          <a:xfrm>
            <a:off x="5167125" y="2797975"/>
            <a:ext cx="1176900" cy="606600"/>
          </a:xfrm>
          <a:prstGeom prst="rect">
            <a:avLst/>
          </a:prstGeom>
        </p:spPr>
        <p:txBody>
          <a:bodyPr spcFirstLastPara="1" wrap="square" lIns="91425" tIns="91425" rIns="91425" bIns="91425" anchor="b" anchorCtr="0">
            <a:noAutofit/>
          </a:bodyPr>
          <a:lstStyle>
            <a:lvl1pPr lvl="0"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1pPr>
            <a:lvl2pPr lvl="1"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2pPr>
            <a:lvl3pPr lvl="2"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3pPr>
            <a:lvl4pPr lvl="3"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4pPr>
            <a:lvl5pPr lvl="4"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5pPr>
            <a:lvl6pPr lvl="5"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6pPr>
            <a:lvl7pPr lvl="6"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7pPr>
            <a:lvl8pPr lvl="7"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8pPr>
            <a:lvl9pPr lvl="8"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9pPr>
          </a:lstStyle>
          <a:p>
            <a:r>
              <a:t>xx%</a:t>
            </a:r>
          </a:p>
        </p:txBody>
      </p:sp>
      <p:sp>
        <p:nvSpPr>
          <p:cNvPr id="17" name="Google Shape;17;p3"/>
          <p:cNvSpPr txBox="1">
            <a:spLocks noGrp="1"/>
          </p:cNvSpPr>
          <p:nvPr>
            <p:ph type="subTitle" idx="5"/>
          </p:nvPr>
        </p:nvSpPr>
        <p:spPr>
          <a:xfrm>
            <a:off x="6411225" y="3935450"/>
            <a:ext cx="1889400" cy="502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48FFD5"/>
              </a:buClr>
              <a:buSzPts val="900"/>
              <a:buNone/>
              <a:defRPr sz="900">
                <a:solidFill>
                  <a:srgbClr val="48FFD5"/>
                </a:solidFill>
              </a:defRPr>
            </a:lvl1pPr>
            <a:lvl2pPr lvl="1" algn="ctr" rtl="0">
              <a:lnSpc>
                <a:spcPct val="100000"/>
              </a:lnSpc>
              <a:spcBef>
                <a:spcPts val="0"/>
              </a:spcBef>
              <a:spcAft>
                <a:spcPts val="0"/>
              </a:spcAft>
              <a:buClr>
                <a:srgbClr val="48FFD5"/>
              </a:buClr>
              <a:buSzPts val="900"/>
              <a:buNone/>
              <a:defRPr sz="900">
                <a:solidFill>
                  <a:srgbClr val="48FFD5"/>
                </a:solidFill>
              </a:defRPr>
            </a:lvl2pPr>
            <a:lvl3pPr lvl="2" algn="ctr" rtl="0">
              <a:lnSpc>
                <a:spcPct val="100000"/>
              </a:lnSpc>
              <a:spcBef>
                <a:spcPts val="0"/>
              </a:spcBef>
              <a:spcAft>
                <a:spcPts val="0"/>
              </a:spcAft>
              <a:buClr>
                <a:srgbClr val="48FFD5"/>
              </a:buClr>
              <a:buSzPts val="900"/>
              <a:buNone/>
              <a:defRPr sz="900">
                <a:solidFill>
                  <a:srgbClr val="48FFD5"/>
                </a:solidFill>
              </a:defRPr>
            </a:lvl3pPr>
            <a:lvl4pPr lvl="3" algn="ctr" rtl="0">
              <a:lnSpc>
                <a:spcPct val="100000"/>
              </a:lnSpc>
              <a:spcBef>
                <a:spcPts val="0"/>
              </a:spcBef>
              <a:spcAft>
                <a:spcPts val="0"/>
              </a:spcAft>
              <a:buClr>
                <a:srgbClr val="48FFD5"/>
              </a:buClr>
              <a:buSzPts val="900"/>
              <a:buNone/>
              <a:defRPr sz="900">
                <a:solidFill>
                  <a:srgbClr val="48FFD5"/>
                </a:solidFill>
              </a:defRPr>
            </a:lvl4pPr>
            <a:lvl5pPr lvl="4" algn="ctr" rtl="0">
              <a:lnSpc>
                <a:spcPct val="100000"/>
              </a:lnSpc>
              <a:spcBef>
                <a:spcPts val="0"/>
              </a:spcBef>
              <a:spcAft>
                <a:spcPts val="0"/>
              </a:spcAft>
              <a:buClr>
                <a:srgbClr val="48FFD5"/>
              </a:buClr>
              <a:buSzPts val="900"/>
              <a:buNone/>
              <a:defRPr sz="900">
                <a:solidFill>
                  <a:srgbClr val="48FFD5"/>
                </a:solidFill>
              </a:defRPr>
            </a:lvl5pPr>
            <a:lvl6pPr lvl="5" algn="ctr" rtl="0">
              <a:lnSpc>
                <a:spcPct val="100000"/>
              </a:lnSpc>
              <a:spcBef>
                <a:spcPts val="0"/>
              </a:spcBef>
              <a:spcAft>
                <a:spcPts val="0"/>
              </a:spcAft>
              <a:buClr>
                <a:srgbClr val="48FFD5"/>
              </a:buClr>
              <a:buSzPts val="900"/>
              <a:buNone/>
              <a:defRPr sz="900">
                <a:solidFill>
                  <a:srgbClr val="48FFD5"/>
                </a:solidFill>
              </a:defRPr>
            </a:lvl6pPr>
            <a:lvl7pPr lvl="6" algn="ctr" rtl="0">
              <a:lnSpc>
                <a:spcPct val="100000"/>
              </a:lnSpc>
              <a:spcBef>
                <a:spcPts val="0"/>
              </a:spcBef>
              <a:spcAft>
                <a:spcPts val="0"/>
              </a:spcAft>
              <a:buClr>
                <a:srgbClr val="48FFD5"/>
              </a:buClr>
              <a:buSzPts val="900"/>
              <a:buNone/>
              <a:defRPr sz="900">
                <a:solidFill>
                  <a:srgbClr val="48FFD5"/>
                </a:solidFill>
              </a:defRPr>
            </a:lvl7pPr>
            <a:lvl8pPr lvl="7" algn="ctr" rtl="0">
              <a:lnSpc>
                <a:spcPct val="100000"/>
              </a:lnSpc>
              <a:spcBef>
                <a:spcPts val="0"/>
              </a:spcBef>
              <a:spcAft>
                <a:spcPts val="0"/>
              </a:spcAft>
              <a:buClr>
                <a:srgbClr val="48FFD5"/>
              </a:buClr>
              <a:buSzPts val="900"/>
              <a:buNone/>
              <a:defRPr sz="900">
                <a:solidFill>
                  <a:srgbClr val="48FFD5"/>
                </a:solidFill>
              </a:defRPr>
            </a:lvl8pPr>
            <a:lvl9pPr lvl="8" algn="ctr" rtl="0">
              <a:lnSpc>
                <a:spcPct val="100000"/>
              </a:lnSpc>
              <a:spcBef>
                <a:spcPts val="0"/>
              </a:spcBef>
              <a:spcAft>
                <a:spcPts val="0"/>
              </a:spcAft>
              <a:buClr>
                <a:srgbClr val="48FFD5"/>
              </a:buClr>
              <a:buSzPts val="900"/>
              <a:buNone/>
              <a:defRPr sz="900">
                <a:solidFill>
                  <a:srgbClr val="48FFD5"/>
                </a:solidFill>
              </a:defRPr>
            </a:lvl9pPr>
          </a:lstStyle>
          <a:p>
            <a:endParaRPr/>
          </a:p>
        </p:txBody>
      </p:sp>
      <p:sp>
        <p:nvSpPr>
          <p:cNvPr id="18" name="Google Shape;18;p3"/>
          <p:cNvSpPr txBox="1">
            <a:spLocks noGrp="1"/>
          </p:cNvSpPr>
          <p:nvPr>
            <p:ph type="title" idx="6" hasCustomPrompt="1"/>
          </p:nvPr>
        </p:nvSpPr>
        <p:spPr>
          <a:xfrm>
            <a:off x="5167125" y="3694700"/>
            <a:ext cx="1176900" cy="606600"/>
          </a:xfrm>
          <a:prstGeom prst="rect">
            <a:avLst/>
          </a:prstGeom>
        </p:spPr>
        <p:txBody>
          <a:bodyPr spcFirstLastPara="1" wrap="square" lIns="91425" tIns="91425" rIns="91425" bIns="91425" anchor="b" anchorCtr="0">
            <a:noAutofit/>
          </a:bodyPr>
          <a:lstStyle>
            <a:lvl1pPr lvl="0"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1pPr>
            <a:lvl2pPr lvl="1"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2pPr>
            <a:lvl3pPr lvl="2"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3pPr>
            <a:lvl4pPr lvl="3"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4pPr>
            <a:lvl5pPr lvl="4"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5pPr>
            <a:lvl6pPr lvl="5"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6pPr>
            <a:lvl7pPr lvl="6"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7pPr>
            <a:lvl8pPr lvl="7"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8pPr>
            <a:lvl9pPr lvl="8"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9pPr>
          </a:lstStyle>
          <a:p>
            <a:r>
              <a:t>xx%</a:t>
            </a:r>
          </a:p>
        </p:txBody>
      </p:sp>
      <p:sp>
        <p:nvSpPr>
          <p:cNvPr id="19" name="Google Shape;19;p3"/>
          <p:cNvSpPr txBox="1">
            <a:spLocks noGrp="1"/>
          </p:cNvSpPr>
          <p:nvPr>
            <p:ph type="subTitle" idx="7"/>
          </p:nvPr>
        </p:nvSpPr>
        <p:spPr>
          <a:xfrm>
            <a:off x="725750" y="2121900"/>
            <a:ext cx="2010000" cy="5025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48FFD5"/>
              </a:buClr>
              <a:buSzPts val="900"/>
              <a:buNone/>
              <a:defRPr sz="900">
                <a:solidFill>
                  <a:srgbClr val="48FFD5"/>
                </a:solidFill>
              </a:defRPr>
            </a:lvl1pPr>
            <a:lvl2pPr lvl="1" algn="r" rtl="0">
              <a:lnSpc>
                <a:spcPct val="100000"/>
              </a:lnSpc>
              <a:spcBef>
                <a:spcPts val="0"/>
              </a:spcBef>
              <a:spcAft>
                <a:spcPts val="0"/>
              </a:spcAft>
              <a:buClr>
                <a:srgbClr val="48FFD5"/>
              </a:buClr>
              <a:buSzPts val="900"/>
              <a:buNone/>
              <a:defRPr sz="900">
                <a:solidFill>
                  <a:srgbClr val="48FFD5"/>
                </a:solidFill>
              </a:defRPr>
            </a:lvl2pPr>
            <a:lvl3pPr lvl="2" algn="r" rtl="0">
              <a:lnSpc>
                <a:spcPct val="100000"/>
              </a:lnSpc>
              <a:spcBef>
                <a:spcPts val="0"/>
              </a:spcBef>
              <a:spcAft>
                <a:spcPts val="0"/>
              </a:spcAft>
              <a:buClr>
                <a:srgbClr val="48FFD5"/>
              </a:buClr>
              <a:buSzPts val="900"/>
              <a:buNone/>
              <a:defRPr sz="900">
                <a:solidFill>
                  <a:srgbClr val="48FFD5"/>
                </a:solidFill>
              </a:defRPr>
            </a:lvl3pPr>
            <a:lvl4pPr lvl="3" algn="r" rtl="0">
              <a:lnSpc>
                <a:spcPct val="100000"/>
              </a:lnSpc>
              <a:spcBef>
                <a:spcPts val="0"/>
              </a:spcBef>
              <a:spcAft>
                <a:spcPts val="0"/>
              </a:spcAft>
              <a:buClr>
                <a:srgbClr val="48FFD5"/>
              </a:buClr>
              <a:buSzPts val="900"/>
              <a:buNone/>
              <a:defRPr sz="900">
                <a:solidFill>
                  <a:srgbClr val="48FFD5"/>
                </a:solidFill>
              </a:defRPr>
            </a:lvl4pPr>
            <a:lvl5pPr lvl="4" algn="r" rtl="0">
              <a:lnSpc>
                <a:spcPct val="100000"/>
              </a:lnSpc>
              <a:spcBef>
                <a:spcPts val="0"/>
              </a:spcBef>
              <a:spcAft>
                <a:spcPts val="0"/>
              </a:spcAft>
              <a:buClr>
                <a:srgbClr val="48FFD5"/>
              </a:buClr>
              <a:buSzPts val="900"/>
              <a:buNone/>
              <a:defRPr sz="900">
                <a:solidFill>
                  <a:srgbClr val="48FFD5"/>
                </a:solidFill>
              </a:defRPr>
            </a:lvl5pPr>
            <a:lvl6pPr lvl="5" algn="r" rtl="0">
              <a:lnSpc>
                <a:spcPct val="100000"/>
              </a:lnSpc>
              <a:spcBef>
                <a:spcPts val="0"/>
              </a:spcBef>
              <a:spcAft>
                <a:spcPts val="0"/>
              </a:spcAft>
              <a:buClr>
                <a:srgbClr val="48FFD5"/>
              </a:buClr>
              <a:buSzPts val="900"/>
              <a:buNone/>
              <a:defRPr sz="900">
                <a:solidFill>
                  <a:srgbClr val="48FFD5"/>
                </a:solidFill>
              </a:defRPr>
            </a:lvl6pPr>
            <a:lvl7pPr lvl="6" algn="r" rtl="0">
              <a:lnSpc>
                <a:spcPct val="100000"/>
              </a:lnSpc>
              <a:spcBef>
                <a:spcPts val="0"/>
              </a:spcBef>
              <a:spcAft>
                <a:spcPts val="0"/>
              </a:spcAft>
              <a:buClr>
                <a:srgbClr val="48FFD5"/>
              </a:buClr>
              <a:buSzPts val="900"/>
              <a:buNone/>
              <a:defRPr sz="900">
                <a:solidFill>
                  <a:srgbClr val="48FFD5"/>
                </a:solidFill>
              </a:defRPr>
            </a:lvl7pPr>
            <a:lvl8pPr lvl="7" algn="r" rtl="0">
              <a:lnSpc>
                <a:spcPct val="100000"/>
              </a:lnSpc>
              <a:spcBef>
                <a:spcPts val="0"/>
              </a:spcBef>
              <a:spcAft>
                <a:spcPts val="0"/>
              </a:spcAft>
              <a:buClr>
                <a:srgbClr val="48FFD5"/>
              </a:buClr>
              <a:buSzPts val="900"/>
              <a:buNone/>
              <a:defRPr sz="900">
                <a:solidFill>
                  <a:srgbClr val="48FFD5"/>
                </a:solidFill>
              </a:defRPr>
            </a:lvl8pPr>
            <a:lvl9pPr lvl="8" algn="r" rtl="0">
              <a:lnSpc>
                <a:spcPct val="100000"/>
              </a:lnSpc>
              <a:spcBef>
                <a:spcPts val="0"/>
              </a:spcBef>
              <a:spcAft>
                <a:spcPts val="0"/>
              </a:spcAft>
              <a:buClr>
                <a:srgbClr val="48FFD5"/>
              </a:buClr>
              <a:buSzPts val="900"/>
              <a:buNone/>
              <a:defRPr sz="900">
                <a:solidFill>
                  <a:srgbClr val="48FFD5"/>
                </a:solidFill>
              </a:defRPr>
            </a:lvl9pPr>
          </a:lstStyle>
          <a:p>
            <a:endParaRPr/>
          </a:p>
        </p:txBody>
      </p:sp>
      <p:sp>
        <p:nvSpPr>
          <p:cNvPr id="20" name="Google Shape;20;p3"/>
          <p:cNvSpPr txBox="1">
            <a:spLocks noGrp="1"/>
          </p:cNvSpPr>
          <p:nvPr>
            <p:ph type="title" idx="8" hasCustomPrompt="1"/>
          </p:nvPr>
        </p:nvSpPr>
        <p:spPr>
          <a:xfrm>
            <a:off x="2827575" y="1901250"/>
            <a:ext cx="1176900" cy="6066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1pPr>
            <a:lvl2pPr lvl="1"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2pPr>
            <a:lvl3pPr lvl="2"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3pPr>
            <a:lvl4pPr lvl="3"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4pPr>
            <a:lvl5pPr lvl="4"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5pPr>
            <a:lvl6pPr lvl="5"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6pPr>
            <a:lvl7pPr lvl="6"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7pPr>
            <a:lvl8pPr lvl="7"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8pPr>
            <a:lvl9pPr lvl="8"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9pPr>
          </a:lstStyle>
          <a:p>
            <a:r>
              <a:t>xx%</a:t>
            </a:r>
          </a:p>
        </p:txBody>
      </p:sp>
      <p:sp>
        <p:nvSpPr>
          <p:cNvPr id="21" name="Google Shape;21;p3"/>
          <p:cNvSpPr txBox="1">
            <a:spLocks noGrp="1"/>
          </p:cNvSpPr>
          <p:nvPr>
            <p:ph type="subTitle" idx="9"/>
          </p:nvPr>
        </p:nvSpPr>
        <p:spPr>
          <a:xfrm>
            <a:off x="725750" y="3046600"/>
            <a:ext cx="2010000" cy="5025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48FFD5"/>
              </a:buClr>
              <a:buSzPts val="900"/>
              <a:buNone/>
              <a:defRPr sz="900">
                <a:solidFill>
                  <a:srgbClr val="48FFD5"/>
                </a:solidFill>
              </a:defRPr>
            </a:lvl1pPr>
            <a:lvl2pPr lvl="1" algn="r" rtl="0">
              <a:lnSpc>
                <a:spcPct val="100000"/>
              </a:lnSpc>
              <a:spcBef>
                <a:spcPts val="0"/>
              </a:spcBef>
              <a:spcAft>
                <a:spcPts val="0"/>
              </a:spcAft>
              <a:buClr>
                <a:srgbClr val="48FFD5"/>
              </a:buClr>
              <a:buSzPts val="900"/>
              <a:buNone/>
              <a:defRPr sz="900">
                <a:solidFill>
                  <a:srgbClr val="48FFD5"/>
                </a:solidFill>
              </a:defRPr>
            </a:lvl2pPr>
            <a:lvl3pPr lvl="2" algn="r" rtl="0">
              <a:lnSpc>
                <a:spcPct val="100000"/>
              </a:lnSpc>
              <a:spcBef>
                <a:spcPts val="0"/>
              </a:spcBef>
              <a:spcAft>
                <a:spcPts val="0"/>
              </a:spcAft>
              <a:buClr>
                <a:srgbClr val="48FFD5"/>
              </a:buClr>
              <a:buSzPts val="900"/>
              <a:buNone/>
              <a:defRPr sz="900">
                <a:solidFill>
                  <a:srgbClr val="48FFD5"/>
                </a:solidFill>
              </a:defRPr>
            </a:lvl3pPr>
            <a:lvl4pPr lvl="3" algn="r" rtl="0">
              <a:lnSpc>
                <a:spcPct val="100000"/>
              </a:lnSpc>
              <a:spcBef>
                <a:spcPts val="0"/>
              </a:spcBef>
              <a:spcAft>
                <a:spcPts val="0"/>
              </a:spcAft>
              <a:buClr>
                <a:srgbClr val="48FFD5"/>
              </a:buClr>
              <a:buSzPts val="900"/>
              <a:buNone/>
              <a:defRPr sz="900">
                <a:solidFill>
                  <a:srgbClr val="48FFD5"/>
                </a:solidFill>
              </a:defRPr>
            </a:lvl4pPr>
            <a:lvl5pPr lvl="4" algn="r" rtl="0">
              <a:lnSpc>
                <a:spcPct val="100000"/>
              </a:lnSpc>
              <a:spcBef>
                <a:spcPts val="0"/>
              </a:spcBef>
              <a:spcAft>
                <a:spcPts val="0"/>
              </a:spcAft>
              <a:buClr>
                <a:srgbClr val="48FFD5"/>
              </a:buClr>
              <a:buSzPts val="900"/>
              <a:buNone/>
              <a:defRPr sz="900">
                <a:solidFill>
                  <a:srgbClr val="48FFD5"/>
                </a:solidFill>
              </a:defRPr>
            </a:lvl5pPr>
            <a:lvl6pPr lvl="5" algn="r" rtl="0">
              <a:lnSpc>
                <a:spcPct val="100000"/>
              </a:lnSpc>
              <a:spcBef>
                <a:spcPts val="0"/>
              </a:spcBef>
              <a:spcAft>
                <a:spcPts val="0"/>
              </a:spcAft>
              <a:buClr>
                <a:srgbClr val="48FFD5"/>
              </a:buClr>
              <a:buSzPts val="900"/>
              <a:buNone/>
              <a:defRPr sz="900">
                <a:solidFill>
                  <a:srgbClr val="48FFD5"/>
                </a:solidFill>
              </a:defRPr>
            </a:lvl6pPr>
            <a:lvl7pPr lvl="6" algn="r" rtl="0">
              <a:lnSpc>
                <a:spcPct val="100000"/>
              </a:lnSpc>
              <a:spcBef>
                <a:spcPts val="0"/>
              </a:spcBef>
              <a:spcAft>
                <a:spcPts val="0"/>
              </a:spcAft>
              <a:buClr>
                <a:srgbClr val="48FFD5"/>
              </a:buClr>
              <a:buSzPts val="900"/>
              <a:buNone/>
              <a:defRPr sz="900">
                <a:solidFill>
                  <a:srgbClr val="48FFD5"/>
                </a:solidFill>
              </a:defRPr>
            </a:lvl7pPr>
            <a:lvl8pPr lvl="7" algn="r" rtl="0">
              <a:lnSpc>
                <a:spcPct val="100000"/>
              </a:lnSpc>
              <a:spcBef>
                <a:spcPts val="0"/>
              </a:spcBef>
              <a:spcAft>
                <a:spcPts val="0"/>
              </a:spcAft>
              <a:buClr>
                <a:srgbClr val="48FFD5"/>
              </a:buClr>
              <a:buSzPts val="900"/>
              <a:buNone/>
              <a:defRPr sz="900">
                <a:solidFill>
                  <a:srgbClr val="48FFD5"/>
                </a:solidFill>
              </a:defRPr>
            </a:lvl8pPr>
            <a:lvl9pPr lvl="8" algn="r" rtl="0">
              <a:lnSpc>
                <a:spcPct val="100000"/>
              </a:lnSpc>
              <a:spcBef>
                <a:spcPts val="0"/>
              </a:spcBef>
              <a:spcAft>
                <a:spcPts val="0"/>
              </a:spcAft>
              <a:buClr>
                <a:srgbClr val="48FFD5"/>
              </a:buClr>
              <a:buSzPts val="900"/>
              <a:buNone/>
              <a:defRPr sz="900">
                <a:solidFill>
                  <a:srgbClr val="48FFD5"/>
                </a:solidFill>
              </a:defRPr>
            </a:lvl9pPr>
          </a:lstStyle>
          <a:p>
            <a:endParaRPr/>
          </a:p>
        </p:txBody>
      </p:sp>
      <p:sp>
        <p:nvSpPr>
          <p:cNvPr id="22" name="Google Shape;22;p3"/>
          <p:cNvSpPr txBox="1">
            <a:spLocks noGrp="1"/>
          </p:cNvSpPr>
          <p:nvPr>
            <p:ph type="title" idx="13" hasCustomPrompt="1"/>
          </p:nvPr>
        </p:nvSpPr>
        <p:spPr>
          <a:xfrm>
            <a:off x="2827575" y="2797975"/>
            <a:ext cx="1176900" cy="6066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1pPr>
            <a:lvl2pPr lvl="1"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2pPr>
            <a:lvl3pPr lvl="2"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3pPr>
            <a:lvl4pPr lvl="3"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4pPr>
            <a:lvl5pPr lvl="4"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5pPr>
            <a:lvl6pPr lvl="5"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6pPr>
            <a:lvl7pPr lvl="6"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7pPr>
            <a:lvl8pPr lvl="7"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8pPr>
            <a:lvl9pPr lvl="8"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9pPr>
          </a:lstStyle>
          <a:p>
            <a:r>
              <a:t>xx%</a:t>
            </a:r>
          </a:p>
        </p:txBody>
      </p:sp>
      <p:sp>
        <p:nvSpPr>
          <p:cNvPr id="23" name="Google Shape;23;p3"/>
          <p:cNvSpPr txBox="1">
            <a:spLocks noGrp="1"/>
          </p:cNvSpPr>
          <p:nvPr>
            <p:ph type="subTitle" idx="14"/>
          </p:nvPr>
        </p:nvSpPr>
        <p:spPr>
          <a:xfrm>
            <a:off x="725750" y="3935450"/>
            <a:ext cx="2010000" cy="5025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48FFD5"/>
              </a:buClr>
              <a:buSzPts val="900"/>
              <a:buNone/>
              <a:defRPr sz="900">
                <a:solidFill>
                  <a:srgbClr val="48FFD5"/>
                </a:solidFill>
              </a:defRPr>
            </a:lvl1pPr>
            <a:lvl2pPr lvl="1" algn="r" rtl="0">
              <a:lnSpc>
                <a:spcPct val="100000"/>
              </a:lnSpc>
              <a:spcBef>
                <a:spcPts val="0"/>
              </a:spcBef>
              <a:spcAft>
                <a:spcPts val="0"/>
              </a:spcAft>
              <a:buClr>
                <a:srgbClr val="48FFD5"/>
              </a:buClr>
              <a:buSzPts val="900"/>
              <a:buNone/>
              <a:defRPr sz="900">
                <a:solidFill>
                  <a:srgbClr val="48FFD5"/>
                </a:solidFill>
              </a:defRPr>
            </a:lvl2pPr>
            <a:lvl3pPr lvl="2" algn="r" rtl="0">
              <a:lnSpc>
                <a:spcPct val="100000"/>
              </a:lnSpc>
              <a:spcBef>
                <a:spcPts val="0"/>
              </a:spcBef>
              <a:spcAft>
                <a:spcPts val="0"/>
              </a:spcAft>
              <a:buClr>
                <a:srgbClr val="48FFD5"/>
              </a:buClr>
              <a:buSzPts val="900"/>
              <a:buNone/>
              <a:defRPr sz="900">
                <a:solidFill>
                  <a:srgbClr val="48FFD5"/>
                </a:solidFill>
              </a:defRPr>
            </a:lvl3pPr>
            <a:lvl4pPr lvl="3" algn="r" rtl="0">
              <a:lnSpc>
                <a:spcPct val="100000"/>
              </a:lnSpc>
              <a:spcBef>
                <a:spcPts val="0"/>
              </a:spcBef>
              <a:spcAft>
                <a:spcPts val="0"/>
              </a:spcAft>
              <a:buClr>
                <a:srgbClr val="48FFD5"/>
              </a:buClr>
              <a:buSzPts val="900"/>
              <a:buNone/>
              <a:defRPr sz="900">
                <a:solidFill>
                  <a:srgbClr val="48FFD5"/>
                </a:solidFill>
              </a:defRPr>
            </a:lvl4pPr>
            <a:lvl5pPr lvl="4" algn="r" rtl="0">
              <a:lnSpc>
                <a:spcPct val="100000"/>
              </a:lnSpc>
              <a:spcBef>
                <a:spcPts val="0"/>
              </a:spcBef>
              <a:spcAft>
                <a:spcPts val="0"/>
              </a:spcAft>
              <a:buClr>
                <a:srgbClr val="48FFD5"/>
              </a:buClr>
              <a:buSzPts val="900"/>
              <a:buNone/>
              <a:defRPr sz="900">
                <a:solidFill>
                  <a:srgbClr val="48FFD5"/>
                </a:solidFill>
              </a:defRPr>
            </a:lvl5pPr>
            <a:lvl6pPr lvl="5" algn="r" rtl="0">
              <a:lnSpc>
                <a:spcPct val="100000"/>
              </a:lnSpc>
              <a:spcBef>
                <a:spcPts val="0"/>
              </a:spcBef>
              <a:spcAft>
                <a:spcPts val="0"/>
              </a:spcAft>
              <a:buClr>
                <a:srgbClr val="48FFD5"/>
              </a:buClr>
              <a:buSzPts val="900"/>
              <a:buNone/>
              <a:defRPr sz="900">
                <a:solidFill>
                  <a:srgbClr val="48FFD5"/>
                </a:solidFill>
              </a:defRPr>
            </a:lvl6pPr>
            <a:lvl7pPr lvl="6" algn="r" rtl="0">
              <a:lnSpc>
                <a:spcPct val="100000"/>
              </a:lnSpc>
              <a:spcBef>
                <a:spcPts val="0"/>
              </a:spcBef>
              <a:spcAft>
                <a:spcPts val="0"/>
              </a:spcAft>
              <a:buClr>
                <a:srgbClr val="48FFD5"/>
              </a:buClr>
              <a:buSzPts val="900"/>
              <a:buNone/>
              <a:defRPr sz="900">
                <a:solidFill>
                  <a:srgbClr val="48FFD5"/>
                </a:solidFill>
              </a:defRPr>
            </a:lvl7pPr>
            <a:lvl8pPr lvl="7" algn="r" rtl="0">
              <a:lnSpc>
                <a:spcPct val="100000"/>
              </a:lnSpc>
              <a:spcBef>
                <a:spcPts val="0"/>
              </a:spcBef>
              <a:spcAft>
                <a:spcPts val="0"/>
              </a:spcAft>
              <a:buClr>
                <a:srgbClr val="48FFD5"/>
              </a:buClr>
              <a:buSzPts val="900"/>
              <a:buNone/>
              <a:defRPr sz="900">
                <a:solidFill>
                  <a:srgbClr val="48FFD5"/>
                </a:solidFill>
              </a:defRPr>
            </a:lvl8pPr>
            <a:lvl9pPr lvl="8" algn="r" rtl="0">
              <a:lnSpc>
                <a:spcPct val="100000"/>
              </a:lnSpc>
              <a:spcBef>
                <a:spcPts val="0"/>
              </a:spcBef>
              <a:spcAft>
                <a:spcPts val="0"/>
              </a:spcAft>
              <a:buClr>
                <a:srgbClr val="48FFD5"/>
              </a:buClr>
              <a:buSzPts val="900"/>
              <a:buNone/>
              <a:defRPr sz="900">
                <a:solidFill>
                  <a:srgbClr val="48FFD5"/>
                </a:solidFill>
              </a:defRPr>
            </a:lvl9pPr>
          </a:lstStyle>
          <a:p>
            <a:endParaRPr/>
          </a:p>
        </p:txBody>
      </p:sp>
      <p:sp>
        <p:nvSpPr>
          <p:cNvPr id="24" name="Google Shape;24;p3"/>
          <p:cNvSpPr txBox="1">
            <a:spLocks noGrp="1"/>
          </p:cNvSpPr>
          <p:nvPr>
            <p:ph type="title" idx="15" hasCustomPrompt="1"/>
          </p:nvPr>
        </p:nvSpPr>
        <p:spPr>
          <a:xfrm>
            <a:off x="2827575" y="3694700"/>
            <a:ext cx="1176900" cy="6066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1pPr>
            <a:lvl2pPr lvl="1"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2pPr>
            <a:lvl3pPr lvl="2"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3pPr>
            <a:lvl4pPr lvl="3"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4pPr>
            <a:lvl5pPr lvl="4"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5pPr>
            <a:lvl6pPr lvl="5"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6pPr>
            <a:lvl7pPr lvl="6"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7pPr>
            <a:lvl8pPr lvl="7"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8pPr>
            <a:lvl9pPr lvl="8"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9pPr>
          </a:lstStyle>
          <a:p>
            <a:r>
              <a:t>xx%</a:t>
            </a:r>
          </a:p>
        </p:txBody>
      </p:sp>
      <p:sp>
        <p:nvSpPr>
          <p:cNvPr id="25" name="Google Shape;25;p3"/>
          <p:cNvSpPr txBox="1">
            <a:spLocks noGrp="1"/>
          </p:cNvSpPr>
          <p:nvPr>
            <p:ph type="ctrTitle" idx="16"/>
          </p:nvPr>
        </p:nvSpPr>
        <p:spPr>
          <a:xfrm>
            <a:off x="643488" y="2050763"/>
            <a:ext cx="2076000" cy="196200"/>
          </a:xfrm>
          <a:prstGeom prst="rect">
            <a:avLst/>
          </a:prstGeom>
        </p:spPr>
        <p:txBody>
          <a:bodyPr spcFirstLastPara="1" wrap="square" lIns="91425" tIns="91425" rIns="91425" bIns="91425" anchor="b" anchorCtr="0">
            <a:noAutofit/>
          </a:bodyPr>
          <a:lstStyle>
            <a:lvl1pPr lvl="0"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1pPr>
            <a:lvl2pPr lvl="1"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2pPr>
            <a:lvl3pPr lvl="2"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3pPr>
            <a:lvl4pPr lvl="3"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4pPr>
            <a:lvl5pPr lvl="4"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5pPr>
            <a:lvl6pPr lvl="5"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6pPr>
            <a:lvl7pPr lvl="6"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7pPr>
            <a:lvl8pPr lvl="7"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8pPr>
            <a:lvl9pPr lvl="8"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9pPr>
          </a:lstStyle>
          <a:p>
            <a:endParaRPr/>
          </a:p>
        </p:txBody>
      </p:sp>
      <p:sp>
        <p:nvSpPr>
          <p:cNvPr id="26" name="Google Shape;26;p3"/>
          <p:cNvSpPr txBox="1">
            <a:spLocks noGrp="1"/>
          </p:cNvSpPr>
          <p:nvPr>
            <p:ph type="ctrTitle" idx="17"/>
          </p:nvPr>
        </p:nvSpPr>
        <p:spPr>
          <a:xfrm>
            <a:off x="643488" y="2974963"/>
            <a:ext cx="2076000" cy="196200"/>
          </a:xfrm>
          <a:prstGeom prst="rect">
            <a:avLst/>
          </a:prstGeom>
        </p:spPr>
        <p:txBody>
          <a:bodyPr spcFirstLastPara="1" wrap="square" lIns="91425" tIns="91425" rIns="91425" bIns="91425" anchor="b" anchorCtr="0">
            <a:noAutofit/>
          </a:bodyPr>
          <a:lstStyle>
            <a:lvl1pPr lvl="0"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1pPr>
            <a:lvl2pPr lvl="1"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2pPr>
            <a:lvl3pPr lvl="2"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3pPr>
            <a:lvl4pPr lvl="3"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4pPr>
            <a:lvl5pPr lvl="4"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5pPr>
            <a:lvl6pPr lvl="5"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6pPr>
            <a:lvl7pPr lvl="6"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7pPr>
            <a:lvl8pPr lvl="7"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8pPr>
            <a:lvl9pPr lvl="8"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9pPr>
          </a:lstStyle>
          <a:p>
            <a:endParaRPr/>
          </a:p>
        </p:txBody>
      </p:sp>
      <p:sp>
        <p:nvSpPr>
          <p:cNvPr id="27" name="Google Shape;27;p3"/>
          <p:cNvSpPr txBox="1">
            <a:spLocks noGrp="1"/>
          </p:cNvSpPr>
          <p:nvPr>
            <p:ph type="ctrTitle" idx="18"/>
          </p:nvPr>
        </p:nvSpPr>
        <p:spPr>
          <a:xfrm>
            <a:off x="643488" y="3863900"/>
            <a:ext cx="2076000" cy="196200"/>
          </a:xfrm>
          <a:prstGeom prst="rect">
            <a:avLst/>
          </a:prstGeom>
        </p:spPr>
        <p:txBody>
          <a:bodyPr spcFirstLastPara="1" wrap="square" lIns="91425" tIns="91425" rIns="91425" bIns="91425" anchor="b" anchorCtr="0">
            <a:noAutofit/>
          </a:bodyPr>
          <a:lstStyle>
            <a:lvl1pPr lvl="0"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1pPr>
            <a:lvl2pPr lvl="1"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2pPr>
            <a:lvl3pPr lvl="2"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3pPr>
            <a:lvl4pPr lvl="3"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4pPr>
            <a:lvl5pPr lvl="4"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5pPr>
            <a:lvl6pPr lvl="5"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6pPr>
            <a:lvl7pPr lvl="6"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7pPr>
            <a:lvl8pPr lvl="7"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8pPr>
            <a:lvl9pPr lvl="8"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9pPr>
          </a:lstStyle>
          <a:p>
            <a:endParaRPr/>
          </a:p>
        </p:txBody>
      </p:sp>
      <p:sp>
        <p:nvSpPr>
          <p:cNvPr id="28" name="Google Shape;28;p3"/>
          <p:cNvSpPr txBox="1">
            <a:spLocks noGrp="1"/>
          </p:cNvSpPr>
          <p:nvPr>
            <p:ph type="ctrTitle" idx="19"/>
          </p:nvPr>
        </p:nvSpPr>
        <p:spPr>
          <a:xfrm>
            <a:off x="6424513" y="2050763"/>
            <a:ext cx="2076000" cy="1962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1pPr>
            <a:lvl2pPr lvl="1"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2pPr>
            <a:lvl3pPr lvl="2"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3pPr>
            <a:lvl4pPr lvl="3"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4pPr>
            <a:lvl5pPr lvl="4"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5pPr>
            <a:lvl6pPr lvl="5"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6pPr>
            <a:lvl7pPr lvl="6"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7pPr>
            <a:lvl8pPr lvl="7"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8pPr>
            <a:lvl9pPr lvl="8"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9pPr>
          </a:lstStyle>
          <a:p>
            <a:endParaRPr/>
          </a:p>
        </p:txBody>
      </p:sp>
      <p:sp>
        <p:nvSpPr>
          <p:cNvPr id="29" name="Google Shape;29;p3"/>
          <p:cNvSpPr txBox="1">
            <a:spLocks noGrp="1"/>
          </p:cNvSpPr>
          <p:nvPr>
            <p:ph type="ctrTitle" idx="20"/>
          </p:nvPr>
        </p:nvSpPr>
        <p:spPr>
          <a:xfrm>
            <a:off x="6424513" y="2974963"/>
            <a:ext cx="2076000" cy="1962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1pPr>
            <a:lvl2pPr lvl="1"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2pPr>
            <a:lvl3pPr lvl="2"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3pPr>
            <a:lvl4pPr lvl="3"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4pPr>
            <a:lvl5pPr lvl="4"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5pPr>
            <a:lvl6pPr lvl="5"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6pPr>
            <a:lvl7pPr lvl="6"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7pPr>
            <a:lvl8pPr lvl="7"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8pPr>
            <a:lvl9pPr lvl="8"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9pPr>
          </a:lstStyle>
          <a:p>
            <a:endParaRPr/>
          </a:p>
        </p:txBody>
      </p:sp>
      <p:sp>
        <p:nvSpPr>
          <p:cNvPr id="30" name="Google Shape;30;p3"/>
          <p:cNvSpPr txBox="1">
            <a:spLocks noGrp="1"/>
          </p:cNvSpPr>
          <p:nvPr>
            <p:ph type="ctrTitle" idx="21"/>
          </p:nvPr>
        </p:nvSpPr>
        <p:spPr>
          <a:xfrm>
            <a:off x="6424513" y="3863900"/>
            <a:ext cx="2076000" cy="1962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1pPr>
            <a:lvl2pPr lvl="1"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2pPr>
            <a:lvl3pPr lvl="2"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3pPr>
            <a:lvl4pPr lvl="3"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4pPr>
            <a:lvl5pPr lvl="4"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5pPr>
            <a:lvl6pPr lvl="5"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6pPr>
            <a:lvl7pPr lvl="6"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7pPr>
            <a:lvl8pPr lvl="7"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8pPr>
            <a:lvl9pPr lvl="8"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TEXT + IMAGE">
  <p:cSld name="TITLE_2">
    <p:bg>
      <p:bgPr>
        <a:gradFill>
          <a:gsLst>
            <a:gs pos="0">
              <a:srgbClr val="052643"/>
            </a:gs>
            <a:gs pos="100000">
              <a:srgbClr val="041523"/>
            </a:gs>
          </a:gsLst>
          <a:path path="circle">
            <a:fillToRect l="50000" t="50000" r="50000" b="50000"/>
          </a:path>
          <a:tileRect/>
        </a:gradFill>
        <a:effectLst/>
      </p:bgPr>
    </p:bg>
    <p:spTree>
      <p:nvGrpSpPr>
        <p:cNvPr id="1" name="Shape 31"/>
        <p:cNvGrpSpPr/>
        <p:nvPr/>
      </p:nvGrpSpPr>
      <p:grpSpPr>
        <a:xfrm>
          <a:off x="0" y="0"/>
          <a:ext cx="0" cy="0"/>
          <a:chOff x="0" y="0"/>
          <a:chExt cx="0" cy="0"/>
        </a:xfrm>
      </p:grpSpPr>
      <p:sp>
        <p:nvSpPr>
          <p:cNvPr id="32" name="Google Shape;32;p4"/>
          <p:cNvSpPr txBox="1">
            <a:spLocks noGrp="1"/>
          </p:cNvSpPr>
          <p:nvPr>
            <p:ph type="ctrTitle"/>
          </p:nvPr>
        </p:nvSpPr>
        <p:spPr>
          <a:xfrm>
            <a:off x="4893700" y="1737500"/>
            <a:ext cx="3530400" cy="6066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FFFFFF"/>
              </a:buClr>
              <a:buSzPts val="3600"/>
              <a:buFont typeface="Roboto Black"/>
              <a:buNone/>
              <a:defRPr sz="3600" b="0">
                <a:solidFill>
                  <a:srgbClr val="FFFFFF"/>
                </a:solidFill>
                <a:latin typeface="Roboto Black"/>
                <a:ea typeface="Roboto Black"/>
                <a:cs typeface="Roboto Black"/>
                <a:sym typeface="Roboto Black"/>
              </a:defRPr>
            </a:lvl1pPr>
            <a:lvl2pPr lvl="1" algn="ctr" rtl="0">
              <a:spcBef>
                <a:spcPts val="0"/>
              </a:spcBef>
              <a:spcAft>
                <a:spcPts val="0"/>
              </a:spcAft>
              <a:buClr>
                <a:srgbClr val="FFFFFF"/>
              </a:buClr>
              <a:buSzPts val="5200"/>
              <a:buNone/>
              <a:defRPr sz="5200">
                <a:solidFill>
                  <a:srgbClr val="FFFFFF"/>
                </a:solidFill>
              </a:defRPr>
            </a:lvl2pPr>
            <a:lvl3pPr lvl="2" algn="ctr" rtl="0">
              <a:spcBef>
                <a:spcPts val="0"/>
              </a:spcBef>
              <a:spcAft>
                <a:spcPts val="0"/>
              </a:spcAft>
              <a:buClr>
                <a:srgbClr val="FFFFFF"/>
              </a:buClr>
              <a:buSzPts val="5200"/>
              <a:buNone/>
              <a:defRPr sz="5200">
                <a:solidFill>
                  <a:srgbClr val="FFFFFF"/>
                </a:solidFill>
              </a:defRPr>
            </a:lvl3pPr>
            <a:lvl4pPr lvl="3" algn="ctr" rtl="0">
              <a:spcBef>
                <a:spcPts val="0"/>
              </a:spcBef>
              <a:spcAft>
                <a:spcPts val="0"/>
              </a:spcAft>
              <a:buClr>
                <a:srgbClr val="FFFFFF"/>
              </a:buClr>
              <a:buSzPts val="5200"/>
              <a:buNone/>
              <a:defRPr sz="5200">
                <a:solidFill>
                  <a:srgbClr val="FFFFFF"/>
                </a:solidFill>
              </a:defRPr>
            </a:lvl4pPr>
            <a:lvl5pPr lvl="4" algn="ctr" rtl="0">
              <a:spcBef>
                <a:spcPts val="0"/>
              </a:spcBef>
              <a:spcAft>
                <a:spcPts val="0"/>
              </a:spcAft>
              <a:buClr>
                <a:srgbClr val="FFFFFF"/>
              </a:buClr>
              <a:buSzPts val="5200"/>
              <a:buNone/>
              <a:defRPr sz="5200">
                <a:solidFill>
                  <a:srgbClr val="FFFFFF"/>
                </a:solidFill>
              </a:defRPr>
            </a:lvl5pPr>
            <a:lvl6pPr lvl="5" algn="ctr" rtl="0">
              <a:spcBef>
                <a:spcPts val="0"/>
              </a:spcBef>
              <a:spcAft>
                <a:spcPts val="0"/>
              </a:spcAft>
              <a:buClr>
                <a:srgbClr val="FFFFFF"/>
              </a:buClr>
              <a:buSzPts val="5200"/>
              <a:buNone/>
              <a:defRPr sz="5200">
                <a:solidFill>
                  <a:srgbClr val="FFFFFF"/>
                </a:solidFill>
              </a:defRPr>
            </a:lvl6pPr>
            <a:lvl7pPr lvl="6" algn="ctr" rtl="0">
              <a:spcBef>
                <a:spcPts val="0"/>
              </a:spcBef>
              <a:spcAft>
                <a:spcPts val="0"/>
              </a:spcAft>
              <a:buClr>
                <a:srgbClr val="FFFFFF"/>
              </a:buClr>
              <a:buSzPts val="5200"/>
              <a:buNone/>
              <a:defRPr sz="5200">
                <a:solidFill>
                  <a:srgbClr val="FFFFFF"/>
                </a:solidFill>
              </a:defRPr>
            </a:lvl7pPr>
            <a:lvl8pPr lvl="7" algn="ctr" rtl="0">
              <a:spcBef>
                <a:spcPts val="0"/>
              </a:spcBef>
              <a:spcAft>
                <a:spcPts val="0"/>
              </a:spcAft>
              <a:buClr>
                <a:srgbClr val="FFFFFF"/>
              </a:buClr>
              <a:buSzPts val="5200"/>
              <a:buNone/>
              <a:defRPr sz="5200">
                <a:solidFill>
                  <a:srgbClr val="FFFFFF"/>
                </a:solidFill>
              </a:defRPr>
            </a:lvl8pPr>
            <a:lvl9pPr lvl="8" algn="ctr" rtl="0">
              <a:spcBef>
                <a:spcPts val="0"/>
              </a:spcBef>
              <a:spcAft>
                <a:spcPts val="0"/>
              </a:spcAft>
              <a:buClr>
                <a:srgbClr val="FFFFFF"/>
              </a:buClr>
              <a:buSzPts val="5200"/>
              <a:buNone/>
              <a:defRPr sz="5200">
                <a:solidFill>
                  <a:srgbClr val="FFFFFF"/>
                </a:solidFill>
              </a:defRPr>
            </a:lvl9pPr>
          </a:lstStyle>
          <a:p>
            <a:endParaRPr/>
          </a:p>
        </p:txBody>
      </p:sp>
      <p:sp>
        <p:nvSpPr>
          <p:cNvPr id="33" name="Google Shape;33;p4"/>
          <p:cNvSpPr txBox="1">
            <a:spLocks noGrp="1"/>
          </p:cNvSpPr>
          <p:nvPr>
            <p:ph type="subTitle" idx="1"/>
          </p:nvPr>
        </p:nvSpPr>
        <p:spPr>
          <a:xfrm>
            <a:off x="4893700" y="2746375"/>
            <a:ext cx="3457500" cy="1420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FFFF"/>
              </a:buClr>
              <a:buSzPts val="1100"/>
              <a:buNone/>
              <a:defRPr sz="1100">
                <a:solidFill>
                  <a:srgbClr val="FFFFFF"/>
                </a:solidFill>
              </a:defRPr>
            </a:lvl1pPr>
            <a:lvl2pPr lvl="1" rtl="0">
              <a:lnSpc>
                <a:spcPct val="100000"/>
              </a:lnSpc>
              <a:spcBef>
                <a:spcPts val="0"/>
              </a:spcBef>
              <a:spcAft>
                <a:spcPts val="0"/>
              </a:spcAft>
              <a:buClr>
                <a:srgbClr val="FFFFFF"/>
              </a:buClr>
              <a:buSzPts val="1200"/>
              <a:buFont typeface="Roboto Mono Regular"/>
              <a:buNone/>
              <a:defRPr sz="1200">
                <a:solidFill>
                  <a:srgbClr val="FFFFFF"/>
                </a:solidFill>
                <a:latin typeface="Roboto Mono Regular"/>
                <a:ea typeface="Roboto Mono Regular"/>
                <a:cs typeface="Roboto Mono Regular"/>
                <a:sym typeface="Roboto Mono Regular"/>
              </a:defRPr>
            </a:lvl2pPr>
            <a:lvl3pPr lvl="2" rtl="0">
              <a:lnSpc>
                <a:spcPct val="100000"/>
              </a:lnSpc>
              <a:spcBef>
                <a:spcPts val="0"/>
              </a:spcBef>
              <a:spcAft>
                <a:spcPts val="0"/>
              </a:spcAft>
              <a:buClr>
                <a:srgbClr val="FFFFFF"/>
              </a:buClr>
              <a:buSzPts val="1200"/>
              <a:buFont typeface="Roboto Mono Regular"/>
              <a:buNone/>
              <a:defRPr sz="1200">
                <a:solidFill>
                  <a:srgbClr val="FFFFFF"/>
                </a:solidFill>
                <a:latin typeface="Roboto Mono Regular"/>
                <a:ea typeface="Roboto Mono Regular"/>
                <a:cs typeface="Roboto Mono Regular"/>
                <a:sym typeface="Roboto Mono Regular"/>
              </a:defRPr>
            </a:lvl3pPr>
            <a:lvl4pPr lvl="3" rtl="0">
              <a:lnSpc>
                <a:spcPct val="100000"/>
              </a:lnSpc>
              <a:spcBef>
                <a:spcPts val="0"/>
              </a:spcBef>
              <a:spcAft>
                <a:spcPts val="0"/>
              </a:spcAft>
              <a:buClr>
                <a:srgbClr val="FFFFFF"/>
              </a:buClr>
              <a:buSzPts val="1200"/>
              <a:buFont typeface="Roboto Mono Regular"/>
              <a:buNone/>
              <a:defRPr sz="1200">
                <a:solidFill>
                  <a:srgbClr val="FFFFFF"/>
                </a:solidFill>
                <a:latin typeface="Roboto Mono Regular"/>
                <a:ea typeface="Roboto Mono Regular"/>
                <a:cs typeface="Roboto Mono Regular"/>
                <a:sym typeface="Roboto Mono Regular"/>
              </a:defRPr>
            </a:lvl4pPr>
            <a:lvl5pPr lvl="4" rtl="0">
              <a:lnSpc>
                <a:spcPct val="100000"/>
              </a:lnSpc>
              <a:spcBef>
                <a:spcPts val="0"/>
              </a:spcBef>
              <a:spcAft>
                <a:spcPts val="0"/>
              </a:spcAft>
              <a:buClr>
                <a:srgbClr val="FFFFFF"/>
              </a:buClr>
              <a:buSzPts val="1200"/>
              <a:buFont typeface="Roboto Mono Regular"/>
              <a:buNone/>
              <a:defRPr sz="1200">
                <a:solidFill>
                  <a:srgbClr val="FFFFFF"/>
                </a:solidFill>
                <a:latin typeface="Roboto Mono Regular"/>
                <a:ea typeface="Roboto Mono Regular"/>
                <a:cs typeface="Roboto Mono Regular"/>
                <a:sym typeface="Roboto Mono Regular"/>
              </a:defRPr>
            </a:lvl5pPr>
            <a:lvl6pPr lvl="5" rtl="0">
              <a:lnSpc>
                <a:spcPct val="100000"/>
              </a:lnSpc>
              <a:spcBef>
                <a:spcPts val="0"/>
              </a:spcBef>
              <a:spcAft>
                <a:spcPts val="0"/>
              </a:spcAft>
              <a:buClr>
                <a:srgbClr val="FFFFFF"/>
              </a:buClr>
              <a:buSzPts val="1200"/>
              <a:buFont typeface="Roboto Mono Regular"/>
              <a:buNone/>
              <a:defRPr sz="1200">
                <a:solidFill>
                  <a:srgbClr val="FFFFFF"/>
                </a:solidFill>
                <a:latin typeface="Roboto Mono Regular"/>
                <a:ea typeface="Roboto Mono Regular"/>
                <a:cs typeface="Roboto Mono Regular"/>
                <a:sym typeface="Roboto Mono Regular"/>
              </a:defRPr>
            </a:lvl6pPr>
            <a:lvl7pPr lvl="6" rtl="0">
              <a:lnSpc>
                <a:spcPct val="100000"/>
              </a:lnSpc>
              <a:spcBef>
                <a:spcPts val="0"/>
              </a:spcBef>
              <a:spcAft>
                <a:spcPts val="0"/>
              </a:spcAft>
              <a:buClr>
                <a:srgbClr val="FFFFFF"/>
              </a:buClr>
              <a:buSzPts val="1200"/>
              <a:buFont typeface="Roboto Mono Regular"/>
              <a:buNone/>
              <a:defRPr sz="1200">
                <a:solidFill>
                  <a:srgbClr val="FFFFFF"/>
                </a:solidFill>
                <a:latin typeface="Roboto Mono Regular"/>
                <a:ea typeface="Roboto Mono Regular"/>
                <a:cs typeface="Roboto Mono Regular"/>
                <a:sym typeface="Roboto Mono Regular"/>
              </a:defRPr>
            </a:lvl7pPr>
            <a:lvl8pPr lvl="7" rtl="0">
              <a:lnSpc>
                <a:spcPct val="100000"/>
              </a:lnSpc>
              <a:spcBef>
                <a:spcPts val="0"/>
              </a:spcBef>
              <a:spcAft>
                <a:spcPts val="0"/>
              </a:spcAft>
              <a:buClr>
                <a:srgbClr val="FFFFFF"/>
              </a:buClr>
              <a:buSzPts val="1200"/>
              <a:buFont typeface="Roboto Mono Regular"/>
              <a:buNone/>
              <a:defRPr sz="1200">
                <a:solidFill>
                  <a:srgbClr val="FFFFFF"/>
                </a:solidFill>
                <a:latin typeface="Roboto Mono Regular"/>
                <a:ea typeface="Roboto Mono Regular"/>
                <a:cs typeface="Roboto Mono Regular"/>
                <a:sym typeface="Roboto Mono Regular"/>
              </a:defRPr>
            </a:lvl8pPr>
            <a:lvl9pPr lvl="8" rtl="0">
              <a:lnSpc>
                <a:spcPct val="100000"/>
              </a:lnSpc>
              <a:spcBef>
                <a:spcPts val="0"/>
              </a:spcBef>
              <a:spcAft>
                <a:spcPts val="0"/>
              </a:spcAft>
              <a:buClr>
                <a:srgbClr val="FFFFFF"/>
              </a:buClr>
              <a:buSzPts val="1200"/>
              <a:buFont typeface="Roboto Mono Regular"/>
              <a:buNone/>
              <a:defRPr sz="1200">
                <a:solidFill>
                  <a:srgbClr val="FFFFFF"/>
                </a:solidFill>
                <a:latin typeface="Roboto Mono Regular"/>
                <a:ea typeface="Roboto Mono Regular"/>
                <a:cs typeface="Roboto Mono Regular"/>
                <a:sym typeface="Roboto Mono Regul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HREE COLUMNS">
  <p:cSld name="TITLE_1_1">
    <p:bg>
      <p:bgPr>
        <a:gradFill>
          <a:gsLst>
            <a:gs pos="0">
              <a:srgbClr val="052643"/>
            </a:gs>
            <a:gs pos="100000">
              <a:srgbClr val="041523"/>
            </a:gs>
          </a:gsLst>
          <a:path path="circle">
            <a:fillToRect l="50000" t="50000" r="50000" b="50000"/>
          </a:path>
          <a:tileRect/>
        </a:gradFill>
        <a:effectLst/>
      </p:bgPr>
    </p:bg>
    <p:spTree>
      <p:nvGrpSpPr>
        <p:cNvPr id="1" name="Shape 34"/>
        <p:cNvGrpSpPr/>
        <p:nvPr/>
      </p:nvGrpSpPr>
      <p:grpSpPr>
        <a:xfrm>
          <a:off x="0" y="0"/>
          <a:ext cx="0" cy="0"/>
          <a:chOff x="0" y="0"/>
          <a:chExt cx="0" cy="0"/>
        </a:xfrm>
      </p:grpSpPr>
      <p:sp>
        <p:nvSpPr>
          <p:cNvPr id="35" name="Google Shape;35;p5"/>
          <p:cNvSpPr txBox="1">
            <a:spLocks noGrp="1"/>
          </p:cNvSpPr>
          <p:nvPr>
            <p:ph type="subTitle" idx="1"/>
          </p:nvPr>
        </p:nvSpPr>
        <p:spPr>
          <a:xfrm>
            <a:off x="819931" y="3340125"/>
            <a:ext cx="1889400" cy="502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100"/>
              <a:buNone/>
              <a:defRPr sz="1100">
                <a:solidFill>
                  <a:srgbClr val="FFFFFF"/>
                </a:solidFill>
              </a:defRPr>
            </a:lvl1pPr>
            <a:lvl2pPr lvl="1" algn="ctr" rtl="0">
              <a:lnSpc>
                <a:spcPct val="100000"/>
              </a:lnSpc>
              <a:spcBef>
                <a:spcPts val="0"/>
              </a:spcBef>
              <a:spcAft>
                <a:spcPts val="0"/>
              </a:spcAft>
              <a:buClr>
                <a:srgbClr val="FFFFFF"/>
              </a:buClr>
              <a:buSzPts val="1100"/>
              <a:buNone/>
              <a:defRPr sz="1100">
                <a:solidFill>
                  <a:srgbClr val="FFFFFF"/>
                </a:solidFill>
              </a:defRPr>
            </a:lvl2pPr>
            <a:lvl3pPr lvl="2" algn="ctr" rtl="0">
              <a:lnSpc>
                <a:spcPct val="100000"/>
              </a:lnSpc>
              <a:spcBef>
                <a:spcPts val="0"/>
              </a:spcBef>
              <a:spcAft>
                <a:spcPts val="0"/>
              </a:spcAft>
              <a:buClr>
                <a:srgbClr val="FFFFFF"/>
              </a:buClr>
              <a:buSzPts val="1100"/>
              <a:buNone/>
              <a:defRPr sz="1100">
                <a:solidFill>
                  <a:srgbClr val="FFFFFF"/>
                </a:solidFill>
              </a:defRPr>
            </a:lvl3pPr>
            <a:lvl4pPr lvl="3" algn="ctr" rtl="0">
              <a:lnSpc>
                <a:spcPct val="100000"/>
              </a:lnSpc>
              <a:spcBef>
                <a:spcPts val="0"/>
              </a:spcBef>
              <a:spcAft>
                <a:spcPts val="0"/>
              </a:spcAft>
              <a:buClr>
                <a:srgbClr val="FFFFFF"/>
              </a:buClr>
              <a:buSzPts val="1100"/>
              <a:buNone/>
              <a:defRPr sz="1100">
                <a:solidFill>
                  <a:srgbClr val="FFFFFF"/>
                </a:solidFill>
              </a:defRPr>
            </a:lvl4pPr>
            <a:lvl5pPr lvl="4" algn="ctr" rtl="0">
              <a:lnSpc>
                <a:spcPct val="100000"/>
              </a:lnSpc>
              <a:spcBef>
                <a:spcPts val="0"/>
              </a:spcBef>
              <a:spcAft>
                <a:spcPts val="0"/>
              </a:spcAft>
              <a:buClr>
                <a:srgbClr val="FFFFFF"/>
              </a:buClr>
              <a:buSzPts val="1100"/>
              <a:buNone/>
              <a:defRPr sz="1100">
                <a:solidFill>
                  <a:srgbClr val="FFFFFF"/>
                </a:solidFill>
              </a:defRPr>
            </a:lvl5pPr>
            <a:lvl6pPr lvl="5" algn="ctr" rtl="0">
              <a:lnSpc>
                <a:spcPct val="100000"/>
              </a:lnSpc>
              <a:spcBef>
                <a:spcPts val="0"/>
              </a:spcBef>
              <a:spcAft>
                <a:spcPts val="0"/>
              </a:spcAft>
              <a:buClr>
                <a:srgbClr val="FFFFFF"/>
              </a:buClr>
              <a:buSzPts val="1100"/>
              <a:buNone/>
              <a:defRPr sz="1100">
                <a:solidFill>
                  <a:srgbClr val="FFFFFF"/>
                </a:solidFill>
              </a:defRPr>
            </a:lvl6pPr>
            <a:lvl7pPr lvl="6" algn="ctr" rtl="0">
              <a:lnSpc>
                <a:spcPct val="100000"/>
              </a:lnSpc>
              <a:spcBef>
                <a:spcPts val="0"/>
              </a:spcBef>
              <a:spcAft>
                <a:spcPts val="0"/>
              </a:spcAft>
              <a:buClr>
                <a:srgbClr val="FFFFFF"/>
              </a:buClr>
              <a:buSzPts val="1100"/>
              <a:buNone/>
              <a:defRPr sz="1100">
                <a:solidFill>
                  <a:srgbClr val="FFFFFF"/>
                </a:solidFill>
              </a:defRPr>
            </a:lvl7pPr>
            <a:lvl8pPr lvl="7" algn="ctr" rtl="0">
              <a:lnSpc>
                <a:spcPct val="100000"/>
              </a:lnSpc>
              <a:spcBef>
                <a:spcPts val="0"/>
              </a:spcBef>
              <a:spcAft>
                <a:spcPts val="0"/>
              </a:spcAft>
              <a:buClr>
                <a:srgbClr val="FFFFFF"/>
              </a:buClr>
              <a:buSzPts val="1100"/>
              <a:buNone/>
              <a:defRPr sz="1100">
                <a:solidFill>
                  <a:srgbClr val="FFFFFF"/>
                </a:solidFill>
              </a:defRPr>
            </a:lvl8pPr>
            <a:lvl9pPr lvl="8" algn="ctr" rtl="0">
              <a:lnSpc>
                <a:spcPct val="100000"/>
              </a:lnSpc>
              <a:spcBef>
                <a:spcPts val="0"/>
              </a:spcBef>
              <a:spcAft>
                <a:spcPts val="0"/>
              </a:spcAft>
              <a:buClr>
                <a:srgbClr val="FFFFFF"/>
              </a:buClr>
              <a:buSzPts val="1100"/>
              <a:buNone/>
              <a:defRPr sz="1100">
                <a:solidFill>
                  <a:srgbClr val="FFFFFF"/>
                </a:solidFill>
              </a:defRPr>
            </a:lvl9pPr>
          </a:lstStyle>
          <a:p>
            <a:endParaRPr/>
          </a:p>
        </p:txBody>
      </p:sp>
      <p:sp>
        <p:nvSpPr>
          <p:cNvPr id="36" name="Google Shape;36;p5"/>
          <p:cNvSpPr txBox="1">
            <a:spLocks noGrp="1"/>
          </p:cNvSpPr>
          <p:nvPr>
            <p:ph type="subTitle" idx="2"/>
          </p:nvPr>
        </p:nvSpPr>
        <p:spPr>
          <a:xfrm>
            <a:off x="6434656" y="3340125"/>
            <a:ext cx="1889400" cy="502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100"/>
              <a:buNone/>
              <a:defRPr sz="1100">
                <a:solidFill>
                  <a:srgbClr val="FFFFFF"/>
                </a:solidFill>
              </a:defRPr>
            </a:lvl1pPr>
            <a:lvl2pPr lvl="1" algn="ctr" rtl="0">
              <a:lnSpc>
                <a:spcPct val="100000"/>
              </a:lnSpc>
              <a:spcBef>
                <a:spcPts val="0"/>
              </a:spcBef>
              <a:spcAft>
                <a:spcPts val="0"/>
              </a:spcAft>
              <a:buClr>
                <a:srgbClr val="FFFFFF"/>
              </a:buClr>
              <a:buSzPts val="1100"/>
              <a:buNone/>
              <a:defRPr sz="1100">
                <a:solidFill>
                  <a:srgbClr val="FFFFFF"/>
                </a:solidFill>
              </a:defRPr>
            </a:lvl2pPr>
            <a:lvl3pPr lvl="2" algn="ctr" rtl="0">
              <a:lnSpc>
                <a:spcPct val="100000"/>
              </a:lnSpc>
              <a:spcBef>
                <a:spcPts val="0"/>
              </a:spcBef>
              <a:spcAft>
                <a:spcPts val="0"/>
              </a:spcAft>
              <a:buClr>
                <a:srgbClr val="FFFFFF"/>
              </a:buClr>
              <a:buSzPts val="1100"/>
              <a:buNone/>
              <a:defRPr sz="1100">
                <a:solidFill>
                  <a:srgbClr val="FFFFFF"/>
                </a:solidFill>
              </a:defRPr>
            </a:lvl3pPr>
            <a:lvl4pPr lvl="3" algn="ctr" rtl="0">
              <a:lnSpc>
                <a:spcPct val="100000"/>
              </a:lnSpc>
              <a:spcBef>
                <a:spcPts val="0"/>
              </a:spcBef>
              <a:spcAft>
                <a:spcPts val="0"/>
              </a:spcAft>
              <a:buClr>
                <a:srgbClr val="FFFFFF"/>
              </a:buClr>
              <a:buSzPts val="1100"/>
              <a:buNone/>
              <a:defRPr sz="1100">
                <a:solidFill>
                  <a:srgbClr val="FFFFFF"/>
                </a:solidFill>
              </a:defRPr>
            </a:lvl4pPr>
            <a:lvl5pPr lvl="4" algn="ctr" rtl="0">
              <a:lnSpc>
                <a:spcPct val="100000"/>
              </a:lnSpc>
              <a:spcBef>
                <a:spcPts val="0"/>
              </a:spcBef>
              <a:spcAft>
                <a:spcPts val="0"/>
              </a:spcAft>
              <a:buClr>
                <a:srgbClr val="FFFFFF"/>
              </a:buClr>
              <a:buSzPts val="1100"/>
              <a:buNone/>
              <a:defRPr sz="1100">
                <a:solidFill>
                  <a:srgbClr val="FFFFFF"/>
                </a:solidFill>
              </a:defRPr>
            </a:lvl5pPr>
            <a:lvl6pPr lvl="5" algn="ctr" rtl="0">
              <a:lnSpc>
                <a:spcPct val="100000"/>
              </a:lnSpc>
              <a:spcBef>
                <a:spcPts val="0"/>
              </a:spcBef>
              <a:spcAft>
                <a:spcPts val="0"/>
              </a:spcAft>
              <a:buClr>
                <a:srgbClr val="FFFFFF"/>
              </a:buClr>
              <a:buSzPts val="1100"/>
              <a:buNone/>
              <a:defRPr sz="1100">
                <a:solidFill>
                  <a:srgbClr val="FFFFFF"/>
                </a:solidFill>
              </a:defRPr>
            </a:lvl6pPr>
            <a:lvl7pPr lvl="6" algn="ctr" rtl="0">
              <a:lnSpc>
                <a:spcPct val="100000"/>
              </a:lnSpc>
              <a:spcBef>
                <a:spcPts val="0"/>
              </a:spcBef>
              <a:spcAft>
                <a:spcPts val="0"/>
              </a:spcAft>
              <a:buClr>
                <a:srgbClr val="FFFFFF"/>
              </a:buClr>
              <a:buSzPts val="1100"/>
              <a:buNone/>
              <a:defRPr sz="1100">
                <a:solidFill>
                  <a:srgbClr val="FFFFFF"/>
                </a:solidFill>
              </a:defRPr>
            </a:lvl7pPr>
            <a:lvl8pPr lvl="7" algn="ctr" rtl="0">
              <a:lnSpc>
                <a:spcPct val="100000"/>
              </a:lnSpc>
              <a:spcBef>
                <a:spcPts val="0"/>
              </a:spcBef>
              <a:spcAft>
                <a:spcPts val="0"/>
              </a:spcAft>
              <a:buClr>
                <a:srgbClr val="FFFFFF"/>
              </a:buClr>
              <a:buSzPts val="1100"/>
              <a:buNone/>
              <a:defRPr sz="1100">
                <a:solidFill>
                  <a:srgbClr val="FFFFFF"/>
                </a:solidFill>
              </a:defRPr>
            </a:lvl8pPr>
            <a:lvl9pPr lvl="8" algn="ctr" rtl="0">
              <a:lnSpc>
                <a:spcPct val="100000"/>
              </a:lnSpc>
              <a:spcBef>
                <a:spcPts val="0"/>
              </a:spcBef>
              <a:spcAft>
                <a:spcPts val="0"/>
              </a:spcAft>
              <a:buClr>
                <a:srgbClr val="FFFFFF"/>
              </a:buClr>
              <a:buSzPts val="1100"/>
              <a:buNone/>
              <a:defRPr sz="1100">
                <a:solidFill>
                  <a:srgbClr val="FFFFFF"/>
                </a:solidFill>
              </a:defRPr>
            </a:lvl9pPr>
          </a:lstStyle>
          <a:p>
            <a:endParaRPr/>
          </a:p>
        </p:txBody>
      </p:sp>
      <p:sp>
        <p:nvSpPr>
          <p:cNvPr id="37" name="Google Shape;37;p5"/>
          <p:cNvSpPr txBox="1">
            <a:spLocks noGrp="1"/>
          </p:cNvSpPr>
          <p:nvPr>
            <p:ph type="subTitle" idx="3"/>
          </p:nvPr>
        </p:nvSpPr>
        <p:spPr>
          <a:xfrm>
            <a:off x="3633931" y="3340125"/>
            <a:ext cx="1889400" cy="502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100"/>
              <a:buNone/>
              <a:defRPr sz="1100">
                <a:solidFill>
                  <a:srgbClr val="FFFFFF"/>
                </a:solidFill>
              </a:defRPr>
            </a:lvl1pPr>
            <a:lvl2pPr lvl="1" algn="ctr" rtl="0">
              <a:lnSpc>
                <a:spcPct val="100000"/>
              </a:lnSpc>
              <a:spcBef>
                <a:spcPts val="0"/>
              </a:spcBef>
              <a:spcAft>
                <a:spcPts val="0"/>
              </a:spcAft>
              <a:buClr>
                <a:srgbClr val="FFFFFF"/>
              </a:buClr>
              <a:buSzPts val="1100"/>
              <a:buNone/>
              <a:defRPr sz="1100">
                <a:solidFill>
                  <a:srgbClr val="FFFFFF"/>
                </a:solidFill>
              </a:defRPr>
            </a:lvl2pPr>
            <a:lvl3pPr lvl="2" algn="ctr" rtl="0">
              <a:lnSpc>
                <a:spcPct val="100000"/>
              </a:lnSpc>
              <a:spcBef>
                <a:spcPts val="0"/>
              </a:spcBef>
              <a:spcAft>
                <a:spcPts val="0"/>
              </a:spcAft>
              <a:buClr>
                <a:srgbClr val="FFFFFF"/>
              </a:buClr>
              <a:buSzPts val="1100"/>
              <a:buNone/>
              <a:defRPr sz="1100">
                <a:solidFill>
                  <a:srgbClr val="FFFFFF"/>
                </a:solidFill>
              </a:defRPr>
            </a:lvl3pPr>
            <a:lvl4pPr lvl="3" algn="ctr" rtl="0">
              <a:lnSpc>
                <a:spcPct val="100000"/>
              </a:lnSpc>
              <a:spcBef>
                <a:spcPts val="0"/>
              </a:spcBef>
              <a:spcAft>
                <a:spcPts val="0"/>
              </a:spcAft>
              <a:buClr>
                <a:srgbClr val="FFFFFF"/>
              </a:buClr>
              <a:buSzPts val="1100"/>
              <a:buNone/>
              <a:defRPr sz="1100">
                <a:solidFill>
                  <a:srgbClr val="FFFFFF"/>
                </a:solidFill>
              </a:defRPr>
            </a:lvl4pPr>
            <a:lvl5pPr lvl="4" algn="ctr" rtl="0">
              <a:lnSpc>
                <a:spcPct val="100000"/>
              </a:lnSpc>
              <a:spcBef>
                <a:spcPts val="0"/>
              </a:spcBef>
              <a:spcAft>
                <a:spcPts val="0"/>
              </a:spcAft>
              <a:buClr>
                <a:srgbClr val="FFFFFF"/>
              </a:buClr>
              <a:buSzPts val="1100"/>
              <a:buNone/>
              <a:defRPr sz="1100">
                <a:solidFill>
                  <a:srgbClr val="FFFFFF"/>
                </a:solidFill>
              </a:defRPr>
            </a:lvl5pPr>
            <a:lvl6pPr lvl="5" algn="ctr" rtl="0">
              <a:lnSpc>
                <a:spcPct val="100000"/>
              </a:lnSpc>
              <a:spcBef>
                <a:spcPts val="0"/>
              </a:spcBef>
              <a:spcAft>
                <a:spcPts val="0"/>
              </a:spcAft>
              <a:buClr>
                <a:srgbClr val="FFFFFF"/>
              </a:buClr>
              <a:buSzPts val="1100"/>
              <a:buNone/>
              <a:defRPr sz="1100">
                <a:solidFill>
                  <a:srgbClr val="FFFFFF"/>
                </a:solidFill>
              </a:defRPr>
            </a:lvl6pPr>
            <a:lvl7pPr lvl="6" algn="ctr" rtl="0">
              <a:lnSpc>
                <a:spcPct val="100000"/>
              </a:lnSpc>
              <a:spcBef>
                <a:spcPts val="0"/>
              </a:spcBef>
              <a:spcAft>
                <a:spcPts val="0"/>
              </a:spcAft>
              <a:buClr>
                <a:srgbClr val="FFFFFF"/>
              </a:buClr>
              <a:buSzPts val="1100"/>
              <a:buNone/>
              <a:defRPr sz="1100">
                <a:solidFill>
                  <a:srgbClr val="FFFFFF"/>
                </a:solidFill>
              </a:defRPr>
            </a:lvl7pPr>
            <a:lvl8pPr lvl="7" algn="ctr" rtl="0">
              <a:lnSpc>
                <a:spcPct val="100000"/>
              </a:lnSpc>
              <a:spcBef>
                <a:spcPts val="0"/>
              </a:spcBef>
              <a:spcAft>
                <a:spcPts val="0"/>
              </a:spcAft>
              <a:buClr>
                <a:srgbClr val="FFFFFF"/>
              </a:buClr>
              <a:buSzPts val="1100"/>
              <a:buNone/>
              <a:defRPr sz="1100">
                <a:solidFill>
                  <a:srgbClr val="FFFFFF"/>
                </a:solidFill>
              </a:defRPr>
            </a:lvl8pPr>
            <a:lvl9pPr lvl="8" algn="ctr" rtl="0">
              <a:lnSpc>
                <a:spcPct val="100000"/>
              </a:lnSpc>
              <a:spcBef>
                <a:spcPts val="0"/>
              </a:spcBef>
              <a:spcAft>
                <a:spcPts val="0"/>
              </a:spcAft>
              <a:buClr>
                <a:srgbClr val="FFFFFF"/>
              </a:buClr>
              <a:buSzPts val="1100"/>
              <a:buNone/>
              <a:defRPr sz="1100">
                <a:solidFill>
                  <a:srgbClr val="FFFFFF"/>
                </a:solidFill>
              </a:defRPr>
            </a:lvl9pPr>
          </a:lstStyle>
          <a:p>
            <a:endParaRPr/>
          </a:p>
        </p:txBody>
      </p:sp>
      <p:sp>
        <p:nvSpPr>
          <p:cNvPr id="38" name="Google Shape;38;p5"/>
          <p:cNvSpPr txBox="1">
            <a:spLocks noGrp="1"/>
          </p:cNvSpPr>
          <p:nvPr>
            <p:ph type="ctrTitle"/>
          </p:nvPr>
        </p:nvSpPr>
        <p:spPr>
          <a:xfrm>
            <a:off x="726631" y="3274550"/>
            <a:ext cx="2076000" cy="1962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1pPr>
            <a:lvl2pPr lvl="1"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2pPr>
            <a:lvl3pPr lvl="2"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3pPr>
            <a:lvl4pPr lvl="3"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4pPr>
            <a:lvl5pPr lvl="4"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5pPr>
            <a:lvl6pPr lvl="5"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6pPr>
            <a:lvl7pPr lvl="6"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7pPr>
            <a:lvl8pPr lvl="7"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8pPr>
            <a:lvl9pPr lvl="8"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9pPr>
          </a:lstStyle>
          <a:p>
            <a:endParaRPr/>
          </a:p>
        </p:txBody>
      </p:sp>
      <p:sp>
        <p:nvSpPr>
          <p:cNvPr id="39" name="Google Shape;39;p5"/>
          <p:cNvSpPr txBox="1">
            <a:spLocks noGrp="1"/>
          </p:cNvSpPr>
          <p:nvPr>
            <p:ph type="ctrTitle" idx="4"/>
          </p:nvPr>
        </p:nvSpPr>
        <p:spPr>
          <a:xfrm>
            <a:off x="6341356" y="3274550"/>
            <a:ext cx="2076000" cy="1962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1pPr>
            <a:lvl2pPr lvl="1"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2pPr>
            <a:lvl3pPr lvl="2"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3pPr>
            <a:lvl4pPr lvl="3"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4pPr>
            <a:lvl5pPr lvl="4"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5pPr>
            <a:lvl6pPr lvl="5"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6pPr>
            <a:lvl7pPr lvl="6"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7pPr>
            <a:lvl8pPr lvl="7"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8pPr>
            <a:lvl9pPr lvl="8"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9pPr>
          </a:lstStyle>
          <a:p>
            <a:endParaRPr/>
          </a:p>
        </p:txBody>
      </p:sp>
      <p:sp>
        <p:nvSpPr>
          <p:cNvPr id="40" name="Google Shape;40;p5"/>
          <p:cNvSpPr txBox="1">
            <a:spLocks noGrp="1"/>
          </p:cNvSpPr>
          <p:nvPr>
            <p:ph type="ctrTitle" idx="5"/>
          </p:nvPr>
        </p:nvSpPr>
        <p:spPr>
          <a:xfrm>
            <a:off x="3540631" y="3274550"/>
            <a:ext cx="2076000" cy="1962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1pPr>
            <a:lvl2pPr lvl="1"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2pPr>
            <a:lvl3pPr lvl="2"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3pPr>
            <a:lvl4pPr lvl="3"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4pPr>
            <a:lvl5pPr lvl="4"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5pPr>
            <a:lvl6pPr lvl="5"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6pPr>
            <a:lvl7pPr lvl="6"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7pPr>
            <a:lvl8pPr lvl="7"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8pPr>
            <a:lvl9pPr lvl="8"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9pPr>
          </a:lstStyle>
          <a:p>
            <a:endParaRPr/>
          </a:p>
        </p:txBody>
      </p:sp>
      <p:sp>
        <p:nvSpPr>
          <p:cNvPr id="41" name="Google Shape;41;p5"/>
          <p:cNvSpPr txBox="1">
            <a:spLocks noGrp="1"/>
          </p:cNvSpPr>
          <p:nvPr>
            <p:ph type="ctrTitle" idx="6"/>
          </p:nvPr>
        </p:nvSpPr>
        <p:spPr>
          <a:xfrm>
            <a:off x="311700" y="644550"/>
            <a:ext cx="8520600" cy="6066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FFFFF"/>
              </a:buClr>
              <a:buSzPts val="3000"/>
              <a:buFont typeface="Roboto Black"/>
              <a:buNone/>
              <a:defRPr sz="3000" b="0">
                <a:solidFill>
                  <a:srgbClr val="FFFFFF"/>
                </a:solidFill>
                <a:latin typeface="Roboto Black"/>
                <a:ea typeface="Roboto Black"/>
                <a:cs typeface="Roboto Black"/>
                <a:sym typeface="Roboto Black"/>
              </a:defRPr>
            </a:lvl1pPr>
            <a:lvl2pPr lvl="1" algn="ctr" rtl="0">
              <a:spcBef>
                <a:spcPts val="0"/>
              </a:spcBef>
              <a:spcAft>
                <a:spcPts val="0"/>
              </a:spcAft>
              <a:buClr>
                <a:srgbClr val="FFFFFF"/>
              </a:buClr>
              <a:buSzPts val="5200"/>
              <a:buNone/>
              <a:defRPr sz="5200">
                <a:solidFill>
                  <a:srgbClr val="FFFFFF"/>
                </a:solidFill>
              </a:defRPr>
            </a:lvl2pPr>
            <a:lvl3pPr lvl="2" algn="ctr" rtl="0">
              <a:spcBef>
                <a:spcPts val="0"/>
              </a:spcBef>
              <a:spcAft>
                <a:spcPts val="0"/>
              </a:spcAft>
              <a:buClr>
                <a:srgbClr val="FFFFFF"/>
              </a:buClr>
              <a:buSzPts val="5200"/>
              <a:buNone/>
              <a:defRPr sz="5200">
                <a:solidFill>
                  <a:srgbClr val="FFFFFF"/>
                </a:solidFill>
              </a:defRPr>
            </a:lvl3pPr>
            <a:lvl4pPr lvl="3" algn="ctr" rtl="0">
              <a:spcBef>
                <a:spcPts val="0"/>
              </a:spcBef>
              <a:spcAft>
                <a:spcPts val="0"/>
              </a:spcAft>
              <a:buClr>
                <a:srgbClr val="FFFFFF"/>
              </a:buClr>
              <a:buSzPts val="5200"/>
              <a:buNone/>
              <a:defRPr sz="5200">
                <a:solidFill>
                  <a:srgbClr val="FFFFFF"/>
                </a:solidFill>
              </a:defRPr>
            </a:lvl4pPr>
            <a:lvl5pPr lvl="4" algn="ctr" rtl="0">
              <a:spcBef>
                <a:spcPts val="0"/>
              </a:spcBef>
              <a:spcAft>
                <a:spcPts val="0"/>
              </a:spcAft>
              <a:buClr>
                <a:srgbClr val="FFFFFF"/>
              </a:buClr>
              <a:buSzPts val="5200"/>
              <a:buNone/>
              <a:defRPr sz="5200">
                <a:solidFill>
                  <a:srgbClr val="FFFFFF"/>
                </a:solidFill>
              </a:defRPr>
            </a:lvl5pPr>
            <a:lvl6pPr lvl="5" algn="ctr" rtl="0">
              <a:spcBef>
                <a:spcPts val="0"/>
              </a:spcBef>
              <a:spcAft>
                <a:spcPts val="0"/>
              </a:spcAft>
              <a:buClr>
                <a:srgbClr val="FFFFFF"/>
              </a:buClr>
              <a:buSzPts val="5200"/>
              <a:buNone/>
              <a:defRPr sz="5200">
                <a:solidFill>
                  <a:srgbClr val="FFFFFF"/>
                </a:solidFill>
              </a:defRPr>
            </a:lvl6pPr>
            <a:lvl7pPr lvl="6" algn="ctr" rtl="0">
              <a:spcBef>
                <a:spcPts val="0"/>
              </a:spcBef>
              <a:spcAft>
                <a:spcPts val="0"/>
              </a:spcAft>
              <a:buClr>
                <a:srgbClr val="FFFFFF"/>
              </a:buClr>
              <a:buSzPts val="5200"/>
              <a:buNone/>
              <a:defRPr sz="5200">
                <a:solidFill>
                  <a:srgbClr val="FFFFFF"/>
                </a:solidFill>
              </a:defRPr>
            </a:lvl7pPr>
            <a:lvl8pPr lvl="7" algn="ctr" rtl="0">
              <a:spcBef>
                <a:spcPts val="0"/>
              </a:spcBef>
              <a:spcAft>
                <a:spcPts val="0"/>
              </a:spcAft>
              <a:buClr>
                <a:srgbClr val="FFFFFF"/>
              </a:buClr>
              <a:buSzPts val="5200"/>
              <a:buNone/>
              <a:defRPr sz="5200">
                <a:solidFill>
                  <a:srgbClr val="FFFFFF"/>
                </a:solidFill>
              </a:defRPr>
            </a:lvl8pPr>
            <a:lvl9pPr lvl="8" algn="ctr" rtl="0">
              <a:spcBef>
                <a:spcPts val="0"/>
              </a:spcBef>
              <a:spcAft>
                <a:spcPts val="0"/>
              </a:spcAft>
              <a:buClr>
                <a:srgbClr val="FFFFFF"/>
              </a:buClr>
              <a:buSzPts val="5200"/>
              <a:buNone/>
              <a:defRPr sz="5200">
                <a:solidFill>
                  <a:srgbClr val="FFFFFF"/>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QUOTE">
  <p:cSld name="TITLE_2_1">
    <p:bg>
      <p:bgPr>
        <a:gradFill>
          <a:gsLst>
            <a:gs pos="0">
              <a:srgbClr val="052643"/>
            </a:gs>
            <a:gs pos="100000">
              <a:srgbClr val="041523"/>
            </a:gs>
          </a:gsLst>
          <a:path path="circle">
            <a:fillToRect l="50000" t="50000" r="50000" b="50000"/>
          </a:path>
          <a:tileRect/>
        </a:gradFill>
        <a:effectLst/>
      </p:bgPr>
    </p:bg>
    <p:spTree>
      <p:nvGrpSpPr>
        <p:cNvPr id="1" name="Shape 42"/>
        <p:cNvGrpSpPr/>
        <p:nvPr/>
      </p:nvGrpSpPr>
      <p:grpSpPr>
        <a:xfrm>
          <a:off x="0" y="0"/>
          <a:ext cx="0" cy="0"/>
          <a:chOff x="0" y="0"/>
          <a:chExt cx="0" cy="0"/>
        </a:xfrm>
      </p:grpSpPr>
      <p:sp>
        <p:nvSpPr>
          <p:cNvPr id="43" name="Google Shape;43;p6"/>
          <p:cNvSpPr/>
          <p:nvPr/>
        </p:nvSpPr>
        <p:spPr>
          <a:xfrm>
            <a:off x="2080188" y="1291650"/>
            <a:ext cx="4910700" cy="2560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txBox="1">
            <a:spLocks noGrp="1"/>
          </p:cNvSpPr>
          <p:nvPr>
            <p:ph type="ctrTitle"/>
          </p:nvPr>
        </p:nvSpPr>
        <p:spPr>
          <a:xfrm>
            <a:off x="2770350" y="1558300"/>
            <a:ext cx="3530400" cy="19401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0E2A47"/>
              </a:buClr>
              <a:buSzPts val="1200"/>
              <a:buNone/>
              <a:defRPr sz="1200">
                <a:solidFill>
                  <a:srgbClr val="0E2A47"/>
                </a:solidFill>
              </a:defRPr>
            </a:lvl1pPr>
            <a:lvl2pPr lvl="1" algn="ctr" rtl="0">
              <a:spcBef>
                <a:spcPts val="0"/>
              </a:spcBef>
              <a:spcAft>
                <a:spcPts val="0"/>
              </a:spcAft>
              <a:buClr>
                <a:srgbClr val="0E2A47"/>
              </a:buClr>
              <a:buSzPts val="5200"/>
              <a:buNone/>
              <a:defRPr sz="5200">
                <a:solidFill>
                  <a:srgbClr val="0E2A47"/>
                </a:solidFill>
              </a:defRPr>
            </a:lvl2pPr>
            <a:lvl3pPr lvl="2" algn="ctr" rtl="0">
              <a:spcBef>
                <a:spcPts val="0"/>
              </a:spcBef>
              <a:spcAft>
                <a:spcPts val="0"/>
              </a:spcAft>
              <a:buClr>
                <a:srgbClr val="0E2A47"/>
              </a:buClr>
              <a:buSzPts val="5200"/>
              <a:buNone/>
              <a:defRPr sz="5200">
                <a:solidFill>
                  <a:srgbClr val="0E2A47"/>
                </a:solidFill>
              </a:defRPr>
            </a:lvl3pPr>
            <a:lvl4pPr lvl="3" algn="ctr" rtl="0">
              <a:spcBef>
                <a:spcPts val="0"/>
              </a:spcBef>
              <a:spcAft>
                <a:spcPts val="0"/>
              </a:spcAft>
              <a:buClr>
                <a:srgbClr val="0E2A47"/>
              </a:buClr>
              <a:buSzPts val="5200"/>
              <a:buNone/>
              <a:defRPr sz="5200">
                <a:solidFill>
                  <a:srgbClr val="0E2A47"/>
                </a:solidFill>
              </a:defRPr>
            </a:lvl4pPr>
            <a:lvl5pPr lvl="4" algn="ctr" rtl="0">
              <a:spcBef>
                <a:spcPts val="0"/>
              </a:spcBef>
              <a:spcAft>
                <a:spcPts val="0"/>
              </a:spcAft>
              <a:buClr>
                <a:srgbClr val="0E2A47"/>
              </a:buClr>
              <a:buSzPts val="5200"/>
              <a:buNone/>
              <a:defRPr sz="5200">
                <a:solidFill>
                  <a:srgbClr val="0E2A47"/>
                </a:solidFill>
              </a:defRPr>
            </a:lvl5pPr>
            <a:lvl6pPr lvl="5" algn="ctr" rtl="0">
              <a:spcBef>
                <a:spcPts val="0"/>
              </a:spcBef>
              <a:spcAft>
                <a:spcPts val="0"/>
              </a:spcAft>
              <a:buClr>
                <a:srgbClr val="0E2A47"/>
              </a:buClr>
              <a:buSzPts val="5200"/>
              <a:buNone/>
              <a:defRPr sz="5200">
                <a:solidFill>
                  <a:srgbClr val="0E2A47"/>
                </a:solidFill>
              </a:defRPr>
            </a:lvl6pPr>
            <a:lvl7pPr lvl="6" algn="ctr" rtl="0">
              <a:spcBef>
                <a:spcPts val="0"/>
              </a:spcBef>
              <a:spcAft>
                <a:spcPts val="0"/>
              </a:spcAft>
              <a:buClr>
                <a:srgbClr val="0E2A47"/>
              </a:buClr>
              <a:buSzPts val="5200"/>
              <a:buNone/>
              <a:defRPr sz="5200">
                <a:solidFill>
                  <a:srgbClr val="0E2A47"/>
                </a:solidFill>
              </a:defRPr>
            </a:lvl7pPr>
            <a:lvl8pPr lvl="7" algn="ctr" rtl="0">
              <a:spcBef>
                <a:spcPts val="0"/>
              </a:spcBef>
              <a:spcAft>
                <a:spcPts val="0"/>
              </a:spcAft>
              <a:buClr>
                <a:srgbClr val="0E2A47"/>
              </a:buClr>
              <a:buSzPts val="5200"/>
              <a:buNone/>
              <a:defRPr sz="5200">
                <a:solidFill>
                  <a:srgbClr val="0E2A47"/>
                </a:solidFill>
              </a:defRPr>
            </a:lvl8pPr>
            <a:lvl9pPr lvl="8" algn="ctr" rtl="0">
              <a:spcBef>
                <a:spcPts val="0"/>
              </a:spcBef>
              <a:spcAft>
                <a:spcPts val="0"/>
              </a:spcAft>
              <a:buClr>
                <a:srgbClr val="0E2A47"/>
              </a:buClr>
              <a:buSzPts val="5200"/>
              <a:buNone/>
              <a:defRPr sz="5200">
                <a:solidFill>
                  <a:srgbClr val="0E2A47"/>
                </a:solidFill>
              </a:defRPr>
            </a:lvl9pPr>
          </a:lstStyle>
          <a:p>
            <a:endParaRPr/>
          </a:p>
        </p:txBody>
      </p:sp>
      <p:sp>
        <p:nvSpPr>
          <p:cNvPr id="45" name="Google Shape;45;p6"/>
          <p:cNvSpPr txBox="1">
            <a:spLocks noGrp="1"/>
          </p:cNvSpPr>
          <p:nvPr>
            <p:ph type="subTitle" idx="1"/>
          </p:nvPr>
        </p:nvSpPr>
        <p:spPr>
          <a:xfrm>
            <a:off x="2806800" y="1757550"/>
            <a:ext cx="3457500" cy="1420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E2A47"/>
              </a:buClr>
              <a:buSzPts val="1800"/>
              <a:buNone/>
              <a:defRPr>
                <a:solidFill>
                  <a:srgbClr val="0E2A47"/>
                </a:solidFill>
              </a:defRPr>
            </a:lvl1pPr>
            <a:lvl2pPr lvl="1" algn="ctr" rtl="0">
              <a:lnSpc>
                <a:spcPct val="100000"/>
              </a:lnSpc>
              <a:spcBef>
                <a:spcPts val="0"/>
              </a:spcBef>
              <a:spcAft>
                <a:spcPts val="0"/>
              </a:spcAft>
              <a:buClr>
                <a:srgbClr val="0E2A47"/>
              </a:buClr>
              <a:buSzPts val="1200"/>
              <a:buNone/>
              <a:defRPr sz="1200">
                <a:solidFill>
                  <a:srgbClr val="0E2A47"/>
                </a:solidFill>
              </a:defRPr>
            </a:lvl2pPr>
            <a:lvl3pPr lvl="2" algn="ctr" rtl="0">
              <a:lnSpc>
                <a:spcPct val="100000"/>
              </a:lnSpc>
              <a:spcBef>
                <a:spcPts val="0"/>
              </a:spcBef>
              <a:spcAft>
                <a:spcPts val="0"/>
              </a:spcAft>
              <a:buClr>
                <a:srgbClr val="0E2A47"/>
              </a:buClr>
              <a:buSzPts val="1200"/>
              <a:buFont typeface="Didact Gothic"/>
              <a:buNone/>
              <a:defRPr sz="1200">
                <a:solidFill>
                  <a:srgbClr val="0E2A47"/>
                </a:solidFill>
                <a:latin typeface="Didact Gothic"/>
                <a:ea typeface="Didact Gothic"/>
                <a:cs typeface="Didact Gothic"/>
                <a:sym typeface="Didact Gothic"/>
              </a:defRPr>
            </a:lvl3pPr>
            <a:lvl4pPr lvl="3" algn="ctr" rtl="0">
              <a:lnSpc>
                <a:spcPct val="100000"/>
              </a:lnSpc>
              <a:spcBef>
                <a:spcPts val="0"/>
              </a:spcBef>
              <a:spcAft>
                <a:spcPts val="0"/>
              </a:spcAft>
              <a:buClr>
                <a:srgbClr val="0E2A47"/>
              </a:buClr>
              <a:buSzPts val="1200"/>
              <a:buFont typeface="Didact Gothic"/>
              <a:buNone/>
              <a:defRPr sz="1200">
                <a:solidFill>
                  <a:srgbClr val="0E2A47"/>
                </a:solidFill>
                <a:latin typeface="Didact Gothic"/>
                <a:ea typeface="Didact Gothic"/>
                <a:cs typeface="Didact Gothic"/>
                <a:sym typeface="Didact Gothic"/>
              </a:defRPr>
            </a:lvl4pPr>
            <a:lvl5pPr lvl="4" algn="ctr" rtl="0">
              <a:lnSpc>
                <a:spcPct val="100000"/>
              </a:lnSpc>
              <a:spcBef>
                <a:spcPts val="0"/>
              </a:spcBef>
              <a:spcAft>
                <a:spcPts val="0"/>
              </a:spcAft>
              <a:buClr>
                <a:srgbClr val="0E2A47"/>
              </a:buClr>
              <a:buSzPts val="1200"/>
              <a:buFont typeface="Didact Gothic"/>
              <a:buNone/>
              <a:defRPr sz="1200">
                <a:solidFill>
                  <a:srgbClr val="0E2A47"/>
                </a:solidFill>
                <a:latin typeface="Didact Gothic"/>
                <a:ea typeface="Didact Gothic"/>
                <a:cs typeface="Didact Gothic"/>
                <a:sym typeface="Didact Gothic"/>
              </a:defRPr>
            </a:lvl5pPr>
            <a:lvl6pPr lvl="5" algn="ctr" rtl="0">
              <a:lnSpc>
                <a:spcPct val="100000"/>
              </a:lnSpc>
              <a:spcBef>
                <a:spcPts val="0"/>
              </a:spcBef>
              <a:spcAft>
                <a:spcPts val="0"/>
              </a:spcAft>
              <a:buClr>
                <a:srgbClr val="0E2A47"/>
              </a:buClr>
              <a:buSzPts val="1200"/>
              <a:buFont typeface="Didact Gothic"/>
              <a:buNone/>
              <a:defRPr sz="1200">
                <a:solidFill>
                  <a:srgbClr val="0E2A47"/>
                </a:solidFill>
                <a:latin typeface="Didact Gothic"/>
                <a:ea typeface="Didact Gothic"/>
                <a:cs typeface="Didact Gothic"/>
                <a:sym typeface="Didact Gothic"/>
              </a:defRPr>
            </a:lvl6pPr>
            <a:lvl7pPr lvl="6" algn="ctr" rtl="0">
              <a:lnSpc>
                <a:spcPct val="100000"/>
              </a:lnSpc>
              <a:spcBef>
                <a:spcPts val="0"/>
              </a:spcBef>
              <a:spcAft>
                <a:spcPts val="0"/>
              </a:spcAft>
              <a:buClr>
                <a:srgbClr val="0E2A47"/>
              </a:buClr>
              <a:buSzPts val="1200"/>
              <a:buFont typeface="Didact Gothic"/>
              <a:buNone/>
              <a:defRPr sz="1200">
                <a:solidFill>
                  <a:srgbClr val="0E2A47"/>
                </a:solidFill>
                <a:latin typeface="Didact Gothic"/>
                <a:ea typeface="Didact Gothic"/>
                <a:cs typeface="Didact Gothic"/>
                <a:sym typeface="Didact Gothic"/>
              </a:defRPr>
            </a:lvl7pPr>
            <a:lvl8pPr lvl="7" algn="ctr" rtl="0">
              <a:lnSpc>
                <a:spcPct val="100000"/>
              </a:lnSpc>
              <a:spcBef>
                <a:spcPts val="0"/>
              </a:spcBef>
              <a:spcAft>
                <a:spcPts val="0"/>
              </a:spcAft>
              <a:buClr>
                <a:srgbClr val="0E2A47"/>
              </a:buClr>
              <a:buSzPts val="1200"/>
              <a:buFont typeface="Didact Gothic"/>
              <a:buNone/>
              <a:defRPr sz="1200">
                <a:solidFill>
                  <a:srgbClr val="0E2A47"/>
                </a:solidFill>
                <a:latin typeface="Didact Gothic"/>
                <a:ea typeface="Didact Gothic"/>
                <a:cs typeface="Didact Gothic"/>
                <a:sym typeface="Didact Gothic"/>
              </a:defRPr>
            </a:lvl8pPr>
            <a:lvl9pPr lvl="8" algn="ctr" rtl="0">
              <a:lnSpc>
                <a:spcPct val="100000"/>
              </a:lnSpc>
              <a:spcBef>
                <a:spcPts val="0"/>
              </a:spcBef>
              <a:spcAft>
                <a:spcPts val="0"/>
              </a:spcAft>
              <a:buClr>
                <a:srgbClr val="0E2A47"/>
              </a:buClr>
              <a:buSzPts val="1200"/>
              <a:buFont typeface="Didact Gothic"/>
              <a:buNone/>
              <a:defRPr sz="1200">
                <a:solidFill>
                  <a:srgbClr val="0E2A47"/>
                </a:solidFill>
                <a:latin typeface="Didact Gothic"/>
                <a:ea typeface="Didact Gothic"/>
                <a:cs typeface="Didact Gothic"/>
                <a:sym typeface="Didact Gothic"/>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SLIDE" type="blank">
  <p:cSld name="BLANK">
    <p:bg>
      <p:bgPr>
        <a:solidFill>
          <a:srgbClr val="FFFFFF"/>
        </a:solidFill>
        <a:effectLst/>
      </p:bgPr>
    </p:bg>
    <p:spTree>
      <p:nvGrpSpPr>
        <p:cNvPr id="1" name="Shape 9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rgbClr val="052643"/>
            </a:gs>
            <a:gs pos="100000">
              <a:srgbClr val="041523"/>
            </a:gs>
          </a:gsLst>
          <a:path path="circle">
            <a:fillToRect l="50000" t="50000" r="50000" b="50000"/>
          </a:path>
          <a:tileRect/>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92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FFFFFF"/>
              </a:buClr>
              <a:buSzPts val="2800"/>
              <a:buFont typeface="Roboto Black"/>
              <a:buNone/>
              <a:defRPr sz="2800">
                <a:solidFill>
                  <a:srgbClr val="FFFFFF"/>
                </a:solidFill>
                <a:latin typeface="Roboto Black"/>
                <a:ea typeface="Roboto Black"/>
                <a:cs typeface="Roboto Black"/>
                <a:sym typeface="Roboto Black"/>
              </a:defRPr>
            </a:lvl1pPr>
            <a:lvl2pPr lvl="1">
              <a:spcBef>
                <a:spcPts val="0"/>
              </a:spcBef>
              <a:spcAft>
                <a:spcPts val="0"/>
              </a:spcAft>
              <a:buClr>
                <a:srgbClr val="FBFBFB"/>
              </a:buClr>
              <a:buSzPts val="2800"/>
              <a:buFont typeface="Bree Serif"/>
              <a:buNone/>
              <a:defRPr sz="2800" b="1">
                <a:solidFill>
                  <a:srgbClr val="FBFBFB"/>
                </a:solidFill>
                <a:latin typeface="Bree Serif"/>
                <a:ea typeface="Bree Serif"/>
                <a:cs typeface="Bree Serif"/>
                <a:sym typeface="Bree Serif"/>
              </a:defRPr>
            </a:lvl2pPr>
            <a:lvl3pPr lvl="2">
              <a:spcBef>
                <a:spcPts val="0"/>
              </a:spcBef>
              <a:spcAft>
                <a:spcPts val="0"/>
              </a:spcAft>
              <a:buClr>
                <a:srgbClr val="FBFBFB"/>
              </a:buClr>
              <a:buSzPts val="2800"/>
              <a:buFont typeface="Bree Serif"/>
              <a:buNone/>
              <a:defRPr sz="2800" b="1">
                <a:solidFill>
                  <a:srgbClr val="FBFBFB"/>
                </a:solidFill>
                <a:latin typeface="Bree Serif"/>
                <a:ea typeface="Bree Serif"/>
                <a:cs typeface="Bree Serif"/>
                <a:sym typeface="Bree Serif"/>
              </a:defRPr>
            </a:lvl3pPr>
            <a:lvl4pPr lvl="3">
              <a:spcBef>
                <a:spcPts val="0"/>
              </a:spcBef>
              <a:spcAft>
                <a:spcPts val="0"/>
              </a:spcAft>
              <a:buClr>
                <a:srgbClr val="FBFBFB"/>
              </a:buClr>
              <a:buSzPts val="2800"/>
              <a:buFont typeface="Bree Serif"/>
              <a:buNone/>
              <a:defRPr sz="2800" b="1">
                <a:solidFill>
                  <a:srgbClr val="FBFBFB"/>
                </a:solidFill>
                <a:latin typeface="Bree Serif"/>
                <a:ea typeface="Bree Serif"/>
                <a:cs typeface="Bree Serif"/>
                <a:sym typeface="Bree Serif"/>
              </a:defRPr>
            </a:lvl4pPr>
            <a:lvl5pPr lvl="4">
              <a:spcBef>
                <a:spcPts val="0"/>
              </a:spcBef>
              <a:spcAft>
                <a:spcPts val="0"/>
              </a:spcAft>
              <a:buClr>
                <a:srgbClr val="FBFBFB"/>
              </a:buClr>
              <a:buSzPts val="2800"/>
              <a:buFont typeface="Bree Serif"/>
              <a:buNone/>
              <a:defRPr sz="2800" b="1">
                <a:solidFill>
                  <a:srgbClr val="FBFBFB"/>
                </a:solidFill>
                <a:latin typeface="Bree Serif"/>
                <a:ea typeface="Bree Serif"/>
                <a:cs typeface="Bree Serif"/>
                <a:sym typeface="Bree Serif"/>
              </a:defRPr>
            </a:lvl5pPr>
            <a:lvl6pPr lvl="5">
              <a:spcBef>
                <a:spcPts val="0"/>
              </a:spcBef>
              <a:spcAft>
                <a:spcPts val="0"/>
              </a:spcAft>
              <a:buClr>
                <a:srgbClr val="FBFBFB"/>
              </a:buClr>
              <a:buSzPts val="2800"/>
              <a:buFont typeface="Bree Serif"/>
              <a:buNone/>
              <a:defRPr sz="2800" b="1">
                <a:solidFill>
                  <a:srgbClr val="FBFBFB"/>
                </a:solidFill>
                <a:latin typeface="Bree Serif"/>
                <a:ea typeface="Bree Serif"/>
                <a:cs typeface="Bree Serif"/>
                <a:sym typeface="Bree Serif"/>
              </a:defRPr>
            </a:lvl6pPr>
            <a:lvl7pPr lvl="6">
              <a:spcBef>
                <a:spcPts val="0"/>
              </a:spcBef>
              <a:spcAft>
                <a:spcPts val="0"/>
              </a:spcAft>
              <a:buClr>
                <a:srgbClr val="FBFBFB"/>
              </a:buClr>
              <a:buSzPts val="2800"/>
              <a:buFont typeface="Bree Serif"/>
              <a:buNone/>
              <a:defRPr sz="2800" b="1">
                <a:solidFill>
                  <a:srgbClr val="FBFBFB"/>
                </a:solidFill>
                <a:latin typeface="Bree Serif"/>
                <a:ea typeface="Bree Serif"/>
                <a:cs typeface="Bree Serif"/>
                <a:sym typeface="Bree Serif"/>
              </a:defRPr>
            </a:lvl7pPr>
            <a:lvl8pPr lvl="7">
              <a:spcBef>
                <a:spcPts val="0"/>
              </a:spcBef>
              <a:spcAft>
                <a:spcPts val="0"/>
              </a:spcAft>
              <a:buClr>
                <a:srgbClr val="FBFBFB"/>
              </a:buClr>
              <a:buSzPts val="2800"/>
              <a:buFont typeface="Bree Serif"/>
              <a:buNone/>
              <a:defRPr sz="2800" b="1">
                <a:solidFill>
                  <a:srgbClr val="FBFBFB"/>
                </a:solidFill>
                <a:latin typeface="Bree Serif"/>
                <a:ea typeface="Bree Serif"/>
                <a:cs typeface="Bree Serif"/>
                <a:sym typeface="Bree Serif"/>
              </a:defRPr>
            </a:lvl8pPr>
            <a:lvl9pPr lvl="8">
              <a:spcBef>
                <a:spcPts val="0"/>
              </a:spcBef>
              <a:spcAft>
                <a:spcPts val="0"/>
              </a:spcAft>
              <a:buClr>
                <a:srgbClr val="FBFBFB"/>
              </a:buClr>
              <a:buSzPts val="2800"/>
              <a:buFont typeface="Bree Serif"/>
              <a:buNone/>
              <a:defRPr sz="2800" b="1">
                <a:solidFill>
                  <a:srgbClr val="FBFBFB"/>
                </a:solidFill>
                <a:latin typeface="Bree Serif"/>
                <a:ea typeface="Bree Serif"/>
                <a:cs typeface="Bree Serif"/>
                <a:sym typeface="Bree Serif"/>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rgbClr val="FFFFFF"/>
              </a:buClr>
              <a:buSzPts val="1800"/>
              <a:buFont typeface="Roboto Light"/>
              <a:buChar char="●"/>
              <a:defRPr sz="1800">
                <a:solidFill>
                  <a:srgbClr val="FFFFFF"/>
                </a:solidFill>
                <a:latin typeface="Roboto Light"/>
                <a:ea typeface="Roboto Light"/>
                <a:cs typeface="Roboto Light"/>
                <a:sym typeface="Roboto Light"/>
              </a:defRPr>
            </a:lvl1pPr>
            <a:lvl2pPr marL="914400" lvl="1" indent="-317500">
              <a:lnSpc>
                <a:spcPct val="115000"/>
              </a:lnSpc>
              <a:spcBef>
                <a:spcPts val="1600"/>
              </a:spcBef>
              <a:spcAft>
                <a:spcPts val="0"/>
              </a:spcAft>
              <a:buClr>
                <a:srgbClr val="FFFFFF"/>
              </a:buClr>
              <a:buSzPts val="1400"/>
              <a:buFont typeface="Roboto Light"/>
              <a:buChar char="○"/>
              <a:defRPr>
                <a:solidFill>
                  <a:srgbClr val="FFFFFF"/>
                </a:solidFill>
                <a:latin typeface="Roboto Light"/>
                <a:ea typeface="Roboto Light"/>
                <a:cs typeface="Roboto Light"/>
                <a:sym typeface="Roboto Light"/>
              </a:defRPr>
            </a:lvl2pPr>
            <a:lvl3pPr marL="1371600" lvl="2" indent="-317500">
              <a:lnSpc>
                <a:spcPct val="115000"/>
              </a:lnSpc>
              <a:spcBef>
                <a:spcPts val="1600"/>
              </a:spcBef>
              <a:spcAft>
                <a:spcPts val="0"/>
              </a:spcAft>
              <a:buClr>
                <a:srgbClr val="FFFFFF"/>
              </a:buClr>
              <a:buSzPts val="1400"/>
              <a:buFont typeface="Roboto Light"/>
              <a:buChar char="■"/>
              <a:defRPr>
                <a:solidFill>
                  <a:srgbClr val="FFFFFF"/>
                </a:solidFill>
                <a:latin typeface="Roboto Light"/>
                <a:ea typeface="Roboto Light"/>
                <a:cs typeface="Roboto Light"/>
                <a:sym typeface="Roboto Light"/>
              </a:defRPr>
            </a:lvl3pPr>
            <a:lvl4pPr marL="1828800" lvl="3" indent="-317500">
              <a:lnSpc>
                <a:spcPct val="115000"/>
              </a:lnSpc>
              <a:spcBef>
                <a:spcPts val="1600"/>
              </a:spcBef>
              <a:spcAft>
                <a:spcPts val="0"/>
              </a:spcAft>
              <a:buClr>
                <a:srgbClr val="FFFFFF"/>
              </a:buClr>
              <a:buSzPts val="1400"/>
              <a:buFont typeface="Roboto Light"/>
              <a:buChar char="●"/>
              <a:defRPr>
                <a:solidFill>
                  <a:srgbClr val="FFFFFF"/>
                </a:solidFill>
                <a:latin typeface="Roboto Light"/>
                <a:ea typeface="Roboto Light"/>
                <a:cs typeface="Roboto Light"/>
                <a:sym typeface="Roboto Light"/>
              </a:defRPr>
            </a:lvl4pPr>
            <a:lvl5pPr marL="2286000" lvl="4" indent="-317500">
              <a:lnSpc>
                <a:spcPct val="115000"/>
              </a:lnSpc>
              <a:spcBef>
                <a:spcPts val="1600"/>
              </a:spcBef>
              <a:spcAft>
                <a:spcPts val="0"/>
              </a:spcAft>
              <a:buClr>
                <a:srgbClr val="FFFFFF"/>
              </a:buClr>
              <a:buSzPts val="1400"/>
              <a:buFont typeface="Roboto Light"/>
              <a:buChar char="○"/>
              <a:defRPr>
                <a:solidFill>
                  <a:srgbClr val="FFFFFF"/>
                </a:solidFill>
                <a:latin typeface="Roboto Light"/>
                <a:ea typeface="Roboto Light"/>
                <a:cs typeface="Roboto Light"/>
                <a:sym typeface="Roboto Light"/>
              </a:defRPr>
            </a:lvl5pPr>
            <a:lvl6pPr marL="2743200" lvl="5" indent="-317500">
              <a:lnSpc>
                <a:spcPct val="115000"/>
              </a:lnSpc>
              <a:spcBef>
                <a:spcPts val="1600"/>
              </a:spcBef>
              <a:spcAft>
                <a:spcPts val="0"/>
              </a:spcAft>
              <a:buClr>
                <a:srgbClr val="FFFFFF"/>
              </a:buClr>
              <a:buSzPts val="1400"/>
              <a:buFont typeface="Roboto Light"/>
              <a:buChar char="■"/>
              <a:defRPr>
                <a:solidFill>
                  <a:srgbClr val="FFFFFF"/>
                </a:solidFill>
                <a:latin typeface="Roboto Light"/>
                <a:ea typeface="Roboto Light"/>
                <a:cs typeface="Roboto Light"/>
                <a:sym typeface="Roboto Light"/>
              </a:defRPr>
            </a:lvl6pPr>
            <a:lvl7pPr marL="3200400" lvl="6" indent="-317500">
              <a:lnSpc>
                <a:spcPct val="115000"/>
              </a:lnSpc>
              <a:spcBef>
                <a:spcPts val="1600"/>
              </a:spcBef>
              <a:spcAft>
                <a:spcPts val="0"/>
              </a:spcAft>
              <a:buClr>
                <a:srgbClr val="FFFFFF"/>
              </a:buClr>
              <a:buSzPts val="1400"/>
              <a:buFont typeface="Roboto Light"/>
              <a:buChar char="●"/>
              <a:defRPr>
                <a:solidFill>
                  <a:srgbClr val="FFFFFF"/>
                </a:solidFill>
                <a:latin typeface="Roboto Light"/>
                <a:ea typeface="Roboto Light"/>
                <a:cs typeface="Roboto Light"/>
                <a:sym typeface="Roboto Light"/>
              </a:defRPr>
            </a:lvl7pPr>
            <a:lvl8pPr marL="3657600" lvl="7" indent="-317500">
              <a:lnSpc>
                <a:spcPct val="115000"/>
              </a:lnSpc>
              <a:spcBef>
                <a:spcPts val="1600"/>
              </a:spcBef>
              <a:spcAft>
                <a:spcPts val="0"/>
              </a:spcAft>
              <a:buClr>
                <a:srgbClr val="FFFFFF"/>
              </a:buClr>
              <a:buSzPts val="1400"/>
              <a:buFont typeface="Roboto Light"/>
              <a:buChar char="○"/>
              <a:defRPr>
                <a:solidFill>
                  <a:srgbClr val="FFFFFF"/>
                </a:solidFill>
                <a:latin typeface="Roboto Light"/>
                <a:ea typeface="Roboto Light"/>
                <a:cs typeface="Roboto Light"/>
                <a:sym typeface="Roboto Light"/>
              </a:defRPr>
            </a:lvl8pPr>
            <a:lvl9pPr marL="4114800" lvl="8" indent="-317500">
              <a:lnSpc>
                <a:spcPct val="115000"/>
              </a:lnSpc>
              <a:spcBef>
                <a:spcPts val="1600"/>
              </a:spcBef>
              <a:spcAft>
                <a:spcPts val="1600"/>
              </a:spcAft>
              <a:buClr>
                <a:srgbClr val="FFFFFF"/>
              </a:buClr>
              <a:buSzPts val="1400"/>
              <a:buFont typeface="Roboto Light"/>
              <a:buChar char="■"/>
              <a:defRPr>
                <a:solidFill>
                  <a:srgbClr val="FFFFFF"/>
                </a:solidFill>
                <a:latin typeface="Roboto Light"/>
                <a:ea typeface="Roboto Light"/>
                <a:cs typeface="Roboto Light"/>
                <a:sym typeface="Roboto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63"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0"/>
          <p:cNvSpPr txBox="1">
            <a:spLocks noGrp="1"/>
          </p:cNvSpPr>
          <p:nvPr>
            <p:ph type="ctrTitle"/>
          </p:nvPr>
        </p:nvSpPr>
        <p:spPr>
          <a:xfrm>
            <a:off x="5237375" y="3670025"/>
            <a:ext cx="3129600" cy="606600"/>
          </a:xfrm>
          <a:prstGeom prst="rect">
            <a:avLst/>
          </a:prstGeom>
        </p:spPr>
        <p:txBody>
          <a:bodyPr spcFirstLastPara="1" wrap="square" lIns="91425" tIns="91425" rIns="91425" bIns="91425" anchor="b" anchorCtr="0">
            <a:noAutofit/>
          </a:bodyPr>
          <a:lstStyle/>
          <a:p>
            <a:pPr lvl="0"/>
            <a:r>
              <a:rPr lang="fr-FR" dirty="0">
                <a:solidFill>
                  <a:schemeClr val="accent1"/>
                </a:solidFill>
              </a:rPr>
              <a:t>Web </a:t>
            </a:r>
            <a:r>
              <a:rPr lang="fr-FR" dirty="0" err="1">
                <a:solidFill>
                  <a:schemeClr val="accent1"/>
                </a:solidFill>
              </a:rPr>
              <a:t>fundamentals</a:t>
            </a:r>
            <a:r>
              <a:rPr lang="fr-FR" dirty="0">
                <a:solidFill>
                  <a:schemeClr val="accent1"/>
                </a:solidFill>
              </a:rPr>
              <a:t> </a:t>
            </a:r>
            <a:r>
              <a:rPr lang="fr-FR" dirty="0" err="1">
                <a:solidFill>
                  <a:schemeClr val="accent1"/>
                </a:solidFill>
              </a:rPr>
              <a:t>project</a:t>
            </a:r>
            <a:endParaRPr dirty="0">
              <a:solidFill>
                <a:schemeClr val="accent1"/>
              </a:solidFill>
            </a:endParaRPr>
          </a:p>
        </p:txBody>
      </p:sp>
      <p:sp>
        <p:nvSpPr>
          <p:cNvPr id="106" name="Google Shape;106;p20"/>
          <p:cNvSpPr txBox="1">
            <a:spLocks noGrp="1"/>
          </p:cNvSpPr>
          <p:nvPr>
            <p:ph type="subTitle" idx="1"/>
          </p:nvPr>
        </p:nvSpPr>
        <p:spPr>
          <a:xfrm>
            <a:off x="5237375" y="4181150"/>
            <a:ext cx="3129600" cy="606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s" dirty="0" smtClean="0"/>
              <a:t>My first checkpoint </a:t>
            </a:r>
            <a:endParaRPr dirty="0"/>
          </a:p>
        </p:txBody>
      </p:sp>
      <p:sp>
        <p:nvSpPr>
          <p:cNvPr id="107" name="Google Shape;107;p20"/>
          <p:cNvSpPr/>
          <p:nvPr/>
        </p:nvSpPr>
        <p:spPr>
          <a:xfrm>
            <a:off x="3550096" y="4488644"/>
            <a:ext cx="816022" cy="427879"/>
          </a:xfrm>
          <a:custGeom>
            <a:avLst/>
            <a:gdLst/>
            <a:ahLst/>
            <a:cxnLst/>
            <a:rect l="l" t="t" r="r" b="b"/>
            <a:pathLst>
              <a:path w="34008" h="17832" extrusionOk="0">
                <a:moveTo>
                  <a:pt x="4203" y="0"/>
                </a:moveTo>
                <a:cubicBezTo>
                  <a:pt x="1847" y="0"/>
                  <a:pt x="0" y="1847"/>
                  <a:pt x="0" y="4203"/>
                </a:cubicBezTo>
                <a:lnTo>
                  <a:pt x="0" y="13629"/>
                </a:lnTo>
                <a:cubicBezTo>
                  <a:pt x="0" y="15921"/>
                  <a:pt x="1847" y="17832"/>
                  <a:pt x="4203" y="17832"/>
                </a:cubicBezTo>
                <a:lnTo>
                  <a:pt x="29804" y="17832"/>
                </a:lnTo>
                <a:cubicBezTo>
                  <a:pt x="32160" y="17832"/>
                  <a:pt x="34007" y="15921"/>
                  <a:pt x="34007" y="13629"/>
                </a:cubicBezTo>
                <a:lnTo>
                  <a:pt x="34007" y="4203"/>
                </a:lnTo>
                <a:cubicBezTo>
                  <a:pt x="34007" y="1847"/>
                  <a:pt x="32160" y="0"/>
                  <a:pt x="298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0"/>
          <p:cNvSpPr/>
          <p:nvPr/>
        </p:nvSpPr>
        <p:spPr>
          <a:xfrm>
            <a:off x="4781736" y="1215078"/>
            <a:ext cx="406499" cy="127245"/>
          </a:xfrm>
          <a:custGeom>
            <a:avLst/>
            <a:gdLst/>
            <a:ahLst/>
            <a:cxnLst/>
            <a:rect l="l" t="t" r="r" b="b"/>
            <a:pathLst>
              <a:path w="16941" h="5303" extrusionOk="0">
                <a:moveTo>
                  <a:pt x="8470" y="0"/>
                </a:moveTo>
                <a:cubicBezTo>
                  <a:pt x="5413" y="0"/>
                  <a:pt x="2357" y="1131"/>
                  <a:pt x="0" y="3392"/>
                </a:cubicBezTo>
                <a:lnTo>
                  <a:pt x="1783" y="5302"/>
                </a:lnTo>
                <a:cubicBezTo>
                  <a:pt x="3662" y="3487"/>
                  <a:pt x="6082" y="2580"/>
                  <a:pt x="8502" y="2580"/>
                </a:cubicBezTo>
                <a:cubicBezTo>
                  <a:pt x="10922" y="2580"/>
                  <a:pt x="13342" y="3487"/>
                  <a:pt x="15221" y="5302"/>
                </a:cubicBezTo>
                <a:lnTo>
                  <a:pt x="16940" y="3392"/>
                </a:lnTo>
                <a:cubicBezTo>
                  <a:pt x="14584" y="1131"/>
                  <a:pt x="11527" y="0"/>
                  <a:pt x="84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0"/>
          <p:cNvSpPr/>
          <p:nvPr/>
        </p:nvSpPr>
        <p:spPr>
          <a:xfrm>
            <a:off x="4870373" y="1342660"/>
            <a:ext cx="229224" cy="91349"/>
          </a:xfrm>
          <a:custGeom>
            <a:avLst/>
            <a:gdLst/>
            <a:ahLst/>
            <a:cxnLst/>
            <a:rect l="l" t="t" r="r" b="b"/>
            <a:pathLst>
              <a:path w="9553" h="3807" extrusionOk="0">
                <a:moveTo>
                  <a:pt x="4752" y="1"/>
                </a:moveTo>
                <a:cubicBezTo>
                  <a:pt x="3025" y="1"/>
                  <a:pt x="1306" y="654"/>
                  <a:pt x="0" y="1959"/>
                </a:cubicBezTo>
                <a:lnTo>
                  <a:pt x="1783" y="3806"/>
                </a:lnTo>
                <a:cubicBezTo>
                  <a:pt x="2611" y="3010"/>
                  <a:pt x="3678" y="2612"/>
                  <a:pt x="4744" y="2612"/>
                </a:cubicBezTo>
                <a:cubicBezTo>
                  <a:pt x="5811" y="2612"/>
                  <a:pt x="6878" y="3010"/>
                  <a:pt x="7706" y="3806"/>
                </a:cubicBezTo>
                <a:lnTo>
                  <a:pt x="9553" y="1959"/>
                </a:lnTo>
                <a:cubicBezTo>
                  <a:pt x="8215" y="654"/>
                  <a:pt x="6480" y="1"/>
                  <a:pt x="47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0"/>
          <p:cNvSpPr/>
          <p:nvPr/>
        </p:nvSpPr>
        <p:spPr>
          <a:xfrm>
            <a:off x="4936072" y="1459947"/>
            <a:ext cx="114624" cy="98403"/>
          </a:xfrm>
          <a:custGeom>
            <a:avLst/>
            <a:gdLst/>
            <a:ahLst/>
            <a:cxnLst/>
            <a:rect l="l" t="t" r="r" b="b"/>
            <a:pathLst>
              <a:path w="4777" h="4101" extrusionOk="0">
                <a:moveTo>
                  <a:pt x="2038" y="1"/>
                </a:moveTo>
                <a:cubicBezTo>
                  <a:pt x="892" y="1"/>
                  <a:pt x="0" y="892"/>
                  <a:pt x="0" y="2039"/>
                </a:cubicBezTo>
                <a:cubicBezTo>
                  <a:pt x="0" y="3288"/>
                  <a:pt x="992" y="4101"/>
                  <a:pt x="2047" y="4101"/>
                </a:cubicBezTo>
                <a:cubicBezTo>
                  <a:pt x="2552" y="4101"/>
                  <a:pt x="3071" y="3915"/>
                  <a:pt x="3503" y="3503"/>
                </a:cubicBezTo>
                <a:cubicBezTo>
                  <a:pt x="4777" y="2166"/>
                  <a:pt x="3885" y="1"/>
                  <a:pt x="20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0"/>
          <p:cNvSpPr/>
          <p:nvPr/>
        </p:nvSpPr>
        <p:spPr>
          <a:xfrm>
            <a:off x="4690051" y="1082122"/>
            <a:ext cx="589869" cy="163910"/>
          </a:xfrm>
          <a:custGeom>
            <a:avLst/>
            <a:gdLst/>
            <a:ahLst/>
            <a:cxnLst/>
            <a:rect l="l" t="t" r="r" b="b"/>
            <a:pathLst>
              <a:path w="24583" h="6831" extrusionOk="0">
                <a:moveTo>
                  <a:pt x="12291" y="1"/>
                </a:moveTo>
                <a:cubicBezTo>
                  <a:pt x="7865" y="1"/>
                  <a:pt x="3439" y="1641"/>
                  <a:pt x="0" y="4920"/>
                </a:cubicBezTo>
                <a:lnTo>
                  <a:pt x="1783" y="6831"/>
                </a:lnTo>
                <a:cubicBezTo>
                  <a:pt x="4713" y="3997"/>
                  <a:pt x="8502" y="2580"/>
                  <a:pt x="12291" y="2580"/>
                </a:cubicBezTo>
                <a:cubicBezTo>
                  <a:pt x="16081" y="2580"/>
                  <a:pt x="19870" y="3997"/>
                  <a:pt x="22799" y="6831"/>
                </a:cubicBezTo>
                <a:lnTo>
                  <a:pt x="24582" y="4920"/>
                </a:lnTo>
                <a:cubicBezTo>
                  <a:pt x="21143" y="1641"/>
                  <a:pt x="16717" y="1"/>
                  <a:pt x="122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0"/>
          <p:cNvSpPr/>
          <p:nvPr/>
        </p:nvSpPr>
        <p:spPr>
          <a:xfrm>
            <a:off x="1085258" y="902208"/>
            <a:ext cx="3448945" cy="3969997"/>
          </a:xfrm>
          <a:custGeom>
            <a:avLst/>
            <a:gdLst/>
            <a:ahLst/>
            <a:cxnLst/>
            <a:rect l="l" t="t" r="r" b="b"/>
            <a:pathLst>
              <a:path w="143736" h="165451" extrusionOk="0">
                <a:moveTo>
                  <a:pt x="75084" y="96481"/>
                </a:moveTo>
                <a:cubicBezTo>
                  <a:pt x="75020" y="96545"/>
                  <a:pt x="74957" y="96609"/>
                  <a:pt x="74893" y="96609"/>
                </a:cubicBezTo>
                <a:cubicBezTo>
                  <a:pt x="74957" y="96545"/>
                  <a:pt x="75020" y="96545"/>
                  <a:pt x="75084" y="96481"/>
                </a:cubicBezTo>
                <a:close/>
                <a:moveTo>
                  <a:pt x="74000" y="97376"/>
                </a:moveTo>
                <a:cubicBezTo>
                  <a:pt x="73937" y="97501"/>
                  <a:pt x="73874" y="97565"/>
                  <a:pt x="73874" y="97691"/>
                </a:cubicBezTo>
                <a:lnTo>
                  <a:pt x="73874" y="97628"/>
                </a:lnTo>
                <a:cubicBezTo>
                  <a:pt x="73874" y="97564"/>
                  <a:pt x="73937" y="97501"/>
                  <a:pt x="74000" y="97376"/>
                </a:cubicBezTo>
                <a:close/>
                <a:moveTo>
                  <a:pt x="73618" y="98331"/>
                </a:moveTo>
                <a:lnTo>
                  <a:pt x="73618" y="98331"/>
                </a:lnTo>
                <a:cubicBezTo>
                  <a:pt x="73556" y="98458"/>
                  <a:pt x="73556" y="98648"/>
                  <a:pt x="73556" y="98838"/>
                </a:cubicBezTo>
                <a:lnTo>
                  <a:pt x="73556" y="98774"/>
                </a:lnTo>
                <a:cubicBezTo>
                  <a:pt x="73556" y="98648"/>
                  <a:pt x="73556" y="98458"/>
                  <a:pt x="73618" y="98331"/>
                </a:cubicBezTo>
                <a:close/>
                <a:moveTo>
                  <a:pt x="87375" y="108709"/>
                </a:moveTo>
                <a:cubicBezTo>
                  <a:pt x="87311" y="108709"/>
                  <a:pt x="87248" y="108772"/>
                  <a:pt x="87184" y="108836"/>
                </a:cubicBezTo>
                <a:lnTo>
                  <a:pt x="87120" y="108772"/>
                </a:lnTo>
                <a:cubicBezTo>
                  <a:pt x="87184" y="108772"/>
                  <a:pt x="87311" y="108709"/>
                  <a:pt x="87375" y="108709"/>
                </a:cubicBezTo>
                <a:close/>
                <a:moveTo>
                  <a:pt x="86929" y="108836"/>
                </a:moveTo>
                <a:cubicBezTo>
                  <a:pt x="86866" y="108900"/>
                  <a:pt x="86802" y="108963"/>
                  <a:pt x="86738" y="108963"/>
                </a:cubicBezTo>
                <a:lnTo>
                  <a:pt x="86675" y="108963"/>
                </a:lnTo>
                <a:cubicBezTo>
                  <a:pt x="86738" y="108963"/>
                  <a:pt x="86802" y="108900"/>
                  <a:pt x="86929" y="108836"/>
                </a:cubicBezTo>
                <a:close/>
                <a:moveTo>
                  <a:pt x="85783" y="109728"/>
                </a:moveTo>
                <a:cubicBezTo>
                  <a:pt x="85783" y="109855"/>
                  <a:pt x="85719" y="109919"/>
                  <a:pt x="85719" y="110046"/>
                </a:cubicBezTo>
                <a:lnTo>
                  <a:pt x="85656" y="110046"/>
                </a:lnTo>
                <a:cubicBezTo>
                  <a:pt x="85719" y="109919"/>
                  <a:pt x="85719" y="109855"/>
                  <a:pt x="85783" y="109728"/>
                </a:cubicBezTo>
                <a:close/>
                <a:moveTo>
                  <a:pt x="85592" y="110173"/>
                </a:moveTo>
                <a:cubicBezTo>
                  <a:pt x="85528" y="110301"/>
                  <a:pt x="85528" y="110428"/>
                  <a:pt x="85528" y="110492"/>
                </a:cubicBezTo>
                <a:lnTo>
                  <a:pt x="85465" y="110492"/>
                </a:lnTo>
                <a:cubicBezTo>
                  <a:pt x="85465" y="110428"/>
                  <a:pt x="85528" y="110301"/>
                  <a:pt x="85592" y="110173"/>
                </a:cubicBezTo>
                <a:close/>
                <a:moveTo>
                  <a:pt x="85401" y="110683"/>
                </a:moveTo>
                <a:cubicBezTo>
                  <a:pt x="85401" y="110810"/>
                  <a:pt x="85401" y="111001"/>
                  <a:pt x="85401" y="111192"/>
                </a:cubicBezTo>
                <a:lnTo>
                  <a:pt x="85337" y="111129"/>
                </a:lnTo>
                <a:cubicBezTo>
                  <a:pt x="85337" y="111001"/>
                  <a:pt x="85401" y="110810"/>
                  <a:pt x="85401" y="110683"/>
                </a:cubicBezTo>
                <a:close/>
                <a:moveTo>
                  <a:pt x="96291" y="112156"/>
                </a:moveTo>
                <a:cubicBezTo>
                  <a:pt x="96294" y="112284"/>
                  <a:pt x="96355" y="112469"/>
                  <a:pt x="96355" y="112593"/>
                </a:cubicBezTo>
                <a:lnTo>
                  <a:pt x="96355" y="112657"/>
                </a:lnTo>
                <a:cubicBezTo>
                  <a:pt x="96355" y="112470"/>
                  <a:pt x="96294" y="112284"/>
                  <a:pt x="96291" y="112156"/>
                </a:cubicBezTo>
                <a:close/>
                <a:moveTo>
                  <a:pt x="90432" y="113758"/>
                </a:moveTo>
                <a:lnTo>
                  <a:pt x="90432" y="113758"/>
                </a:lnTo>
                <a:cubicBezTo>
                  <a:pt x="90432" y="113879"/>
                  <a:pt x="90438" y="113997"/>
                  <a:pt x="90559" y="114058"/>
                </a:cubicBezTo>
                <a:lnTo>
                  <a:pt x="90559" y="114122"/>
                </a:lnTo>
                <a:cubicBezTo>
                  <a:pt x="90438" y="114001"/>
                  <a:pt x="90432" y="113879"/>
                  <a:pt x="90432" y="113758"/>
                </a:cubicBezTo>
                <a:close/>
                <a:moveTo>
                  <a:pt x="91260" y="113740"/>
                </a:moveTo>
                <a:cubicBezTo>
                  <a:pt x="91260" y="113994"/>
                  <a:pt x="91132" y="114185"/>
                  <a:pt x="90878" y="114185"/>
                </a:cubicBezTo>
                <a:lnTo>
                  <a:pt x="90814" y="114185"/>
                </a:lnTo>
                <a:cubicBezTo>
                  <a:pt x="91069" y="114185"/>
                  <a:pt x="91260" y="113994"/>
                  <a:pt x="91260" y="113740"/>
                </a:cubicBezTo>
                <a:close/>
                <a:moveTo>
                  <a:pt x="73556" y="122167"/>
                </a:moveTo>
                <a:cubicBezTo>
                  <a:pt x="73556" y="122287"/>
                  <a:pt x="73552" y="122408"/>
                  <a:pt x="73492" y="122528"/>
                </a:cubicBezTo>
                <a:lnTo>
                  <a:pt x="73492" y="122464"/>
                </a:lnTo>
                <a:cubicBezTo>
                  <a:pt x="73552" y="122404"/>
                  <a:pt x="73556" y="122287"/>
                  <a:pt x="73556" y="122167"/>
                </a:cubicBezTo>
                <a:close/>
                <a:moveTo>
                  <a:pt x="73236" y="122848"/>
                </a:moveTo>
                <a:cubicBezTo>
                  <a:pt x="73173" y="122911"/>
                  <a:pt x="73109" y="122974"/>
                  <a:pt x="72983" y="123037"/>
                </a:cubicBezTo>
                <a:lnTo>
                  <a:pt x="72983" y="122974"/>
                </a:lnTo>
                <a:cubicBezTo>
                  <a:pt x="73109" y="122974"/>
                  <a:pt x="73173" y="122911"/>
                  <a:pt x="73236" y="122848"/>
                </a:cubicBezTo>
                <a:close/>
                <a:moveTo>
                  <a:pt x="142143" y="18914"/>
                </a:moveTo>
                <a:lnTo>
                  <a:pt x="142143" y="121891"/>
                </a:lnTo>
                <a:cubicBezTo>
                  <a:pt x="142143" y="124884"/>
                  <a:pt x="139660" y="127368"/>
                  <a:pt x="136667" y="127368"/>
                </a:cubicBezTo>
                <a:lnTo>
                  <a:pt x="97947" y="127368"/>
                </a:lnTo>
                <a:lnTo>
                  <a:pt x="97947" y="117306"/>
                </a:lnTo>
                <a:lnTo>
                  <a:pt x="120172" y="117306"/>
                </a:lnTo>
                <a:lnTo>
                  <a:pt x="120172" y="115714"/>
                </a:lnTo>
                <a:lnTo>
                  <a:pt x="97947" y="115714"/>
                </a:lnTo>
                <a:lnTo>
                  <a:pt x="97947" y="112593"/>
                </a:lnTo>
                <a:cubicBezTo>
                  <a:pt x="97947" y="112339"/>
                  <a:pt x="97883" y="112084"/>
                  <a:pt x="97819" y="111829"/>
                </a:cubicBezTo>
                <a:lnTo>
                  <a:pt x="133673" y="111829"/>
                </a:lnTo>
                <a:lnTo>
                  <a:pt x="133673" y="110237"/>
                </a:lnTo>
                <a:lnTo>
                  <a:pt x="97119" y="110237"/>
                </a:lnTo>
                <a:cubicBezTo>
                  <a:pt x="96355" y="109154"/>
                  <a:pt x="95145" y="108581"/>
                  <a:pt x="93871" y="108581"/>
                </a:cubicBezTo>
                <a:lnTo>
                  <a:pt x="93744" y="108581"/>
                </a:lnTo>
                <a:cubicBezTo>
                  <a:pt x="92916" y="108581"/>
                  <a:pt x="92152" y="108836"/>
                  <a:pt x="91515" y="109345"/>
                </a:cubicBezTo>
                <a:cubicBezTo>
                  <a:pt x="90814" y="108008"/>
                  <a:pt x="89477" y="107180"/>
                  <a:pt x="88012" y="107116"/>
                </a:cubicBezTo>
                <a:lnTo>
                  <a:pt x="87885" y="107116"/>
                </a:lnTo>
                <a:cubicBezTo>
                  <a:pt x="87120" y="107116"/>
                  <a:pt x="86293" y="107371"/>
                  <a:pt x="85656" y="107817"/>
                </a:cubicBezTo>
                <a:cubicBezTo>
                  <a:pt x="84933" y="106371"/>
                  <a:pt x="83472" y="105534"/>
                  <a:pt x="81957" y="105534"/>
                </a:cubicBezTo>
                <a:cubicBezTo>
                  <a:pt x="81336" y="105534"/>
                  <a:pt x="80707" y="105674"/>
                  <a:pt x="80115" y="105970"/>
                </a:cubicBezTo>
                <a:lnTo>
                  <a:pt x="80115" y="98965"/>
                </a:lnTo>
                <a:cubicBezTo>
                  <a:pt x="80115" y="96736"/>
                  <a:pt x="78396" y="94889"/>
                  <a:pt x="76167" y="94762"/>
                </a:cubicBezTo>
                <a:lnTo>
                  <a:pt x="76039" y="94762"/>
                </a:lnTo>
                <a:cubicBezTo>
                  <a:pt x="73747" y="94762"/>
                  <a:pt x="71964" y="96609"/>
                  <a:pt x="71964" y="98838"/>
                </a:cubicBezTo>
                <a:lnTo>
                  <a:pt x="71964" y="121000"/>
                </a:lnTo>
                <a:lnTo>
                  <a:pt x="67824" y="118516"/>
                </a:lnTo>
                <a:cubicBezTo>
                  <a:pt x="67060" y="118134"/>
                  <a:pt x="66232" y="117879"/>
                  <a:pt x="65404" y="117879"/>
                </a:cubicBezTo>
                <a:cubicBezTo>
                  <a:pt x="61647" y="117879"/>
                  <a:pt x="59545" y="122337"/>
                  <a:pt x="62029" y="125203"/>
                </a:cubicBezTo>
                <a:lnTo>
                  <a:pt x="62093" y="125266"/>
                </a:lnTo>
                <a:lnTo>
                  <a:pt x="62156" y="125266"/>
                </a:lnTo>
                <a:lnTo>
                  <a:pt x="64258" y="127368"/>
                </a:lnTo>
                <a:lnTo>
                  <a:pt x="7070" y="127368"/>
                </a:lnTo>
                <a:cubicBezTo>
                  <a:pt x="4077" y="127368"/>
                  <a:pt x="1593" y="124948"/>
                  <a:pt x="1593" y="121891"/>
                </a:cubicBezTo>
                <a:lnTo>
                  <a:pt x="1593" y="18914"/>
                </a:lnTo>
                <a:close/>
                <a:moveTo>
                  <a:pt x="7070" y="0"/>
                </a:moveTo>
                <a:cubicBezTo>
                  <a:pt x="3185" y="0"/>
                  <a:pt x="1" y="3184"/>
                  <a:pt x="1" y="7069"/>
                </a:cubicBezTo>
                <a:lnTo>
                  <a:pt x="1" y="121891"/>
                </a:lnTo>
                <a:cubicBezTo>
                  <a:pt x="1" y="125776"/>
                  <a:pt x="3185" y="128960"/>
                  <a:pt x="7070" y="128960"/>
                </a:cubicBezTo>
                <a:lnTo>
                  <a:pt x="65914" y="128960"/>
                </a:lnTo>
                <a:lnTo>
                  <a:pt x="73811" y="136666"/>
                </a:lnTo>
                <a:cubicBezTo>
                  <a:pt x="74002" y="136857"/>
                  <a:pt x="74129" y="137112"/>
                  <a:pt x="74129" y="137366"/>
                </a:cubicBezTo>
                <a:lnTo>
                  <a:pt x="74129" y="143607"/>
                </a:lnTo>
                <a:lnTo>
                  <a:pt x="73365" y="143607"/>
                </a:lnTo>
                <a:lnTo>
                  <a:pt x="73365" y="163859"/>
                </a:lnTo>
                <a:lnTo>
                  <a:pt x="74129" y="163859"/>
                </a:lnTo>
                <a:lnTo>
                  <a:pt x="74129" y="165451"/>
                </a:lnTo>
                <a:lnTo>
                  <a:pt x="94699" y="165451"/>
                </a:lnTo>
                <a:lnTo>
                  <a:pt x="94699" y="163859"/>
                </a:lnTo>
                <a:lnTo>
                  <a:pt x="97055" y="163859"/>
                </a:lnTo>
                <a:lnTo>
                  <a:pt x="97055" y="143607"/>
                </a:lnTo>
                <a:lnTo>
                  <a:pt x="94699" y="143607"/>
                </a:lnTo>
                <a:lnTo>
                  <a:pt x="94699" y="137175"/>
                </a:lnTo>
                <a:cubicBezTo>
                  <a:pt x="94699" y="136857"/>
                  <a:pt x="94763" y="136602"/>
                  <a:pt x="94954" y="136347"/>
                </a:cubicBezTo>
                <a:lnTo>
                  <a:pt x="97183" y="132781"/>
                </a:lnTo>
                <a:cubicBezTo>
                  <a:pt x="97692" y="132017"/>
                  <a:pt x="97947" y="131189"/>
                  <a:pt x="97947" y="130297"/>
                </a:cubicBezTo>
                <a:lnTo>
                  <a:pt x="97947" y="128960"/>
                </a:lnTo>
                <a:lnTo>
                  <a:pt x="136667" y="128960"/>
                </a:lnTo>
                <a:cubicBezTo>
                  <a:pt x="140551" y="128960"/>
                  <a:pt x="143672" y="125776"/>
                  <a:pt x="143736" y="121891"/>
                </a:cubicBezTo>
                <a:lnTo>
                  <a:pt x="143736" y="7069"/>
                </a:lnTo>
                <a:cubicBezTo>
                  <a:pt x="143672" y="3121"/>
                  <a:pt x="140551" y="0"/>
                  <a:pt x="1366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0"/>
          <p:cNvSpPr/>
          <p:nvPr/>
        </p:nvSpPr>
        <p:spPr>
          <a:xfrm>
            <a:off x="1348099" y="2657970"/>
            <a:ext cx="938276" cy="936765"/>
          </a:xfrm>
          <a:custGeom>
            <a:avLst/>
            <a:gdLst/>
            <a:ahLst/>
            <a:cxnLst/>
            <a:rect l="l" t="t" r="r" b="b"/>
            <a:pathLst>
              <a:path w="39103" h="39040" extrusionOk="0">
                <a:moveTo>
                  <a:pt x="19551" y="6369"/>
                </a:moveTo>
                <a:cubicBezTo>
                  <a:pt x="20761" y="6369"/>
                  <a:pt x="21971" y="6497"/>
                  <a:pt x="23118" y="6879"/>
                </a:cubicBezTo>
                <a:cubicBezTo>
                  <a:pt x="30123" y="8789"/>
                  <a:pt x="34199" y="16113"/>
                  <a:pt x="32225" y="23118"/>
                </a:cubicBezTo>
                <a:cubicBezTo>
                  <a:pt x="30632" y="28786"/>
                  <a:pt x="25474" y="32671"/>
                  <a:pt x="19551" y="32734"/>
                </a:cubicBezTo>
                <a:cubicBezTo>
                  <a:pt x="18341" y="32671"/>
                  <a:pt x="17131" y="32543"/>
                  <a:pt x="15985" y="32225"/>
                </a:cubicBezTo>
                <a:cubicBezTo>
                  <a:pt x="9617" y="30442"/>
                  <a:pt x="5605" y="24201"/>
                  <a:pt x="6496" y="17705"/>
                </a:cubicBezTo>
                <a:cubicBezTo>
                  <a:pt x="7388" y="11209"/>
                  <a:pt x="12992" y="6369"/>
                  <a:pt x="19551" y="6369"/>
                </a:cubicBezTo>
                <a:close/>
                <a:moveTo>
                  <a:pt x="18469" y="1"/>
                </a:moveTo>
                <a:lnTo>
                  <a:pt x="18596" y="2421"/>
                </a:lnTo>
                <a:cubicBezTo>
                  <a:pt x="16049" y="2548"/>
                  <a:pt x="13501" y="3249"/>
                  <a:pt x="11273" y="4523"/>
                </a:cubicBezTo>
                <a:lnTo>
                  <a:pt x="10063" y="2485"/>
                </a:lnTo>
                <a:cubicBezTo>
                  <a:pt x="8152" y="3504"/>
                  <a:pt x="6433" y="4905"/>
                  <a:pt x="4968" y="6560"/>
                </a:cubicBezTo>
                <a:lnTo>
                  <a:pt x="6751" y="8152"/>
                </a:lnTo>
                <a:cubicBezTo>
                  <a:pt x="5031" y="10063"/>
                  <a:pt x="3821" y="12356"/>
                  <a:pt x="3121" y="14776"/>
                </a:cubicBezTo>
                <a:lnTo>
                  <a:pt x="765" y="14139"/>
                </a:lnTo>
                <a:lnTo>
                  <a:pt x="765" y="14202"/>
                </a:lnTo>
                <a:cubicBezTo>
                  <a:pt x="255" y="15922"/>
                  <a:pt x="64" y="17705"/>
                  <a:pt x="0" y="19488"/>
                </a:cubicBezTo>
                <a:lnTo>
                  <a:pt x="0" y="20635"/>
                </a:lnTo>
                <a:lnTo>
                  <a:pt x="2420" y="20507"/>
                </a:lnTo>
                <a:cubicBezTo>
                  <a:pt x="2548" y="23055"/>
                  <a:pt x="3312" y="25538"/>
                  <a:pt x="4522" y="27831"/>
                </a:cubicBezTo>
                <a:lnTo>
                  <a:pt x="2420" y="28977"/>
                </a:lnTo>
                <a:cubicBezTo>
                  <a:pt x="3503" y="30888"/>
                  <a:pt x="4904" y="32607"/>
                  <a:pt x="6496" y="34072"/>
                </a:cubicBezTo>
                <a:lnTo>
                  <a:pt x="8088" y="32289"/>
                </a:lnTo>
                <a:cubicBezTo>
                  <a:pt x="9999" y="34008"/>
                  <a:pt x="12291" y="35282"/>
                  <a:pt x="14775" y="35982"/>
                </a:cubicBezTo>
                <a:lnTo>
                  <a:pt x="14202" y="38275"/>
                </a:lnTo>
                <a:lnTo>
                  <a:pt x="14266" y="38275"/>
                </a:lnTo>
                <a:cubicBezTo>
                  <a:pt x="15985" y="38784"/>
                  <a:pt x="17768" y="39039"/>
                  <a:pt x="19615" y="39039"/>
                </a:cubicBezTo>
                <a:lnTo>
                  <a:pt x="20761" y="39039"/>
                </a:lnTo>
                <a:lnTo>
                  <a:pt x="20634" y="36619"/>
                </a:lnTo>
                <a:cubicBezTo>
                  <a:pt x="23181" y="36492"/>
                  <a:pt x="25665" y="35728"/>
                  <a:pt x="27958" y="34454"/>
                </a:cubicBezTo>
                <a:lnTo>
                  <a:pt x="29104" y="36619"/>
                </a:lnTo>
                <a:cubicBezTo>
                  <a:pt x="31015" y="35537"/>
                  <a:pt x="32734" y="34136"/>
                  <a:pt x="34199" y="32480"/>
                </a:cubicBezTo>
                <a:lnTo>
                  <a:pt x="32416" y="30888"/>
                </a:lnTo>
                <a:cubicBezTo>
                  <a:pt x="34071" y="28977"/>
                  <a:pt x="35345" y="26685"/>
                  <a:pt x="36046" y="24265"/>
                </a:cubicBezTo>
                <a:lnTo>
                  <a:pt x="38402" y="24901"/>
                </a:lnTo>
                <a:cubicBezTo>
                  <a:pt x="38848" y="23182"/>
                  <a:pt x="39102" y="21399"/>
                  <a:pt x="39102" y="19552"/>
                </a:cubicBezTo>
                <a:cubicBezTo>
                  <a:pt x="39102" y="19170"/>
                  <a:pt x="39102" y="18788"/>
                  <a:pt x="39102" y="18406"/>
                </a:cubicBezTo>
                <a:lnTo>
                  <a:pt x="36619" y="18469"/>
                </a:lnTo>
                <a:cubicBezTo>
                  <a:pt x="36491" y="15922"/>
                  <a:pt x="35727" y="13438"/>
                  <a:pt x="34517" y="11209"/>
                </a:cubicBezTo>
                <a:lnTo>
                  <a:pt x="36619" y="10063"/>
                </a:lnTo>
                <a:cubicBezTo>
                  <a:pt x="35536" y="8089"/>
                  <a:pt x="34199" y="6369"/>
                  <a:pt x="32543" y="4905"/>
                </a:cubicBezTo>
                <a:lnTo>
                  <a:pt x="30951" y="6751"/>
                </a:lnTo>
                <a:cubicBezTo>
                  <a:pt x="29040" y="5032"/>
                  <a:pt x="26748" y="3758"/>
                  <a:pt x="24264" y="3058"/>
                </a:cubicBezTo>
                <a:lnTo>
                  <a:pt x="24901" y="765"/>
                </a:lnTo>
                <a:cubicBezTo>
                  <a:pt x="23181" y="256"/>
                  <a:pt x="21398" y="1"/>
                  <a:pt x="196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0"/>
          <p:cNvSpPr/>
          <p:nvPr/>
        </p:nvSpPr>
        <p:spPr>
          <a:xfrm>
            <a:off x="2966346" y="2725228"/>
            <a:ext cx="24" cy="24"/>
          </a:xfrm>
          <a:custGeom>
            <a:avLst/>
            <a:gdLst/>
            <a:ahLst/>
            <a:cxnLst/>
            <a:rect l="l" t="t" r="r" b="b"/>
            <a:pathLst>
              <a:path w="1" h="1" extrusionOk="0">
                <a:moveTo>
                  <a:pt x="1" y="0"/>
                </a:moveTo>
                <a:lnTo>
                  <a:pt x="1" y="0"/>
                </a:ln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0"/>
          <p:cNvSpPr/>
          <p:nvPr/>
        </p:nvSpPr>
        <p:spPr>
          <a:xfrm>
            <a:off x="2342884" y="2553759"/>
            <a:ext cx="669341" cy="660798"/>
          </a:xfrm>
          <a:custGeom>
            <a:avLst/>
            <a:gdLst/>
            <a:ahLst/>
            <a:cxnLst/>
            <a:rect l="l" t="t" r="r" b="b"/>
            <a:pathLst>
              <a:path w="27895" h="27539" extrusionOk="0">
                <a:moveTo>
                  <a:pt x="13948" y="5618"/>
                </a:moveTo>
                <a:cubicBezTo>
                  <a:pt x="14712" y="5618"/>
                  <a:pt x="15412" y="5745"/>
                  <a:pt x="16176" y="5936"/>
                </a:cubicBezTo>
                <a:cubicBezTo>
                  <a:pt x="19679" y="6955"/>
                  <a:pt x="22099" y="10139"/>
                  <a:pt x="22099" y="13833"/>
                </a:cubicBezTo>
                <a:cubicBezTo>
                  <a:pt x="22099" y="14533"/>
                  <a:pt x="21972" y="15298"/>
                  <a:pt x="21781" y="16062"/>
                </a:cubicBezTo>
                <a:cubicBezTo>
                  <a:pt x="20802" y="19631"/>
                  <a:pt x="17534" y="22003"/>
                  <a:pt x="13953" y="22003"/>
                </a:cubicBezTo>
                <a:cubicBezTo>
                  <a:pt x="13572" y="22003"/>
                  <a:pt x="13187" y="21976"/>
                  <a:pt x="12801" y="21921"/>
                </a:cubicBezTo>
                <a:cubicBezTo>
                  <a:pt x="8725" y="21411"/>
                  <a:pt x="5732" y="17909"/>
                  <a:pt x="5732" y="13833"/>
                </a:cubicBezTo>
                <a:cubicBezTo>
                  <a:pt x="5732" y="13069"/>
                  <a:pt x="5860" y="12304"/>
                  <a:pt x="6051" y="11604"/>
                </a:cubicBezTo>
                <a:cubicBezTo>
                  <a:pt x="7070" y="8038"/>
                  <a:pt x="10254" y="5618"/>
                  <a:pt x="13948" y="5618"/>
                </a:cubicBezTo>
                <a:close/>
                <a:moveTo>
                  <a:pt x="13928" y="0"/>
                </a:moveTo>
                <a:cubicBezTo>
                  <a:pt x="13059" y="0"/>
                  <a:pt x="12192" y="87"/>
                  <a:pt x="11336" y="268"/>
                </a:cubicBezTo>
                <a:lnTo>
                  <a:pt x="11655" y="1860"/>
                </a:lnTo>
                <a:cubicBezTo>
                  <a:pt x="10381" y="2115"/>
                  <a:pt x="9171" y="2497"/>
                  <a:pt x="8089" y="3134"/>
                </a:cubicBezTo>
                <a:lnTo>
                  <a:pt x="7261" y="1733"/>
                </a:lnTo>
                <a:cubicBezTo>
                  <a:pt x="5350" y="2752"/>
                  <a:pt x="3758" y="4217"/>
                  <a:pt x="2484" y="6000"/>
                </a:cubicBezTo>
                <a:lnTo>
                  <a:pt x="3885" y="6955"/>
                </a:lnTo>
                <a:cubicBezTo>
                  <a:pt x="3121" y="7974"/>
                  <a:pt x="2612" y="9120"/>
                  <a:pt x="2293" y="10394"/>
                </a:cubicBezTo>
                <a:lnTo>
                  <a:pt x="701" y="9948"/>
                </a:lnTo>
                <a:lnTo>
                  <a:pt x="701" y="10012"/>
                </a:lnTo>
                <a:cubicBezTo>
                  <a:pt x="64" y="12050"/>
                  <a:pt x="1" y="14215"/>
                  <a:pt x="383" y="16317"/>
                </a:cubicBezTo>
                <a:lnTo>
                  <a:pt x="1975" y="15998"/>
                </a:lnTo>
                <a:cubicBezTo>
                  <a:pt x="2230" y="17272"/>
                  <a:pt x="2612" y="18482"/>
                  <a:pt x="3249" y="19564"/>
                </a:cubicBezTo>
                <a:lnTo>
                  <a:pt x="1848" y="20392"/>
                </a:lnTo>
                <a:cubicBezTo>
                  <a:pt x="2866" y="22303"/>
                  <a:pt x="4331" y="23959"/>
                  <a:pt x="6114" y="25169"/>
                </a:cubicBezTo>
                <a:lnTo>
                  <a:pt x="7070" y="23831"/>
                </a:lnTo>
                <a:cubicBezTo>
                  <a:pt x="8089" y="24532"/>
                  <a:pt x="9235" y="25041"/>
                  <a:pt x="10445" y="25423"/>
                </a:cubicBezTo>
                <a:lnTo>
                  <a:pt x="10063" y="27015"/>
                </a:lnTo>
                <a:lnTo>
                  <a:pt x="10190" y="27015"/>
                </a:lnTo>
                <a:cubicBezTo>
                  <a:pt x="11436" y="27355"/>
                  <a:pt x="12704" y="27538"/>
                  <a:pt x="13981" y="27538"/>
                </a:cubicBezTo>
                <a:cubicBezTo>
                  <a:pt x="14858" y="27538"/>
                  <a:pt x="15740" y="27452"/>
                  <a:pt x="16622" y="27270"/>
                </a:cubicBezTo>
                <a:lnTo>
                  <a:pt x="16304" y="25678"/>
                </a:lnTo>
                <a:cubicBezTo>
                  <a:pt x="17514" y="25423"/>
                  <a:pt x="18724" y="24978"/>
                  <a:pt x="19870" y="24404"/>
                </a:cubicBezTo>
                <a:lnTo>
                  <a:pt x="20634" y="25805"/>
                </a:lnTo>
                <a:cubicBezTo>
                  <a:pt x="22545" y="24723"/>
                  <a:pt x="24137" y="23258"/>
                  <a:pt x="25347" y="21475"/>
                </a:cubicBezTo>
                <a:lnTo>
                  <a:pt x="24010" y="20583"/>
                </a:lnTo>
                <a:cubicBezTo>
                  <a:pt x="24710" y="19501"/>
                  <a:pt x="25283" y="18354"/>
                  <a:pt x="25602" y="17144"/>
                </a:cubicBezTo>
                <a:lnTo>
                  <a:pt x="27194" y="17590"/>
                </a:lnTo>
                <a:cubicBezTo>
                  <a:pt x="27767" y="15489"/>
                  <a:pt x="27894" y="13323"/>
                  <a:pt x="27449" y="11222"/>
                </a:cubicBezTo>
                <a:lnTo>
                  <a:pt x="27449" y="11222"/>
                </a:lnTo>
                <a:lnTo>
                  <a:pt x="25856" y="11477"/>
                </a:lnTo>
                <a:cubicBezTo>
                  <a:pt x="25602" y="10267"/>
                  <a:pt x="25220" y="9057"/>
                  <a:pt x="24583" y="7910"/>
                </a:cubicBezTo>
                <a:lnTo>
                  <a:pt x="25984" y="7146"/>
                </a:lnTo>
                <a:cubicBezTo>
                  <a:pt x="24965" y="5236"/>
                  <a:pt x="23500" y="3580"/>
                  <a:pt x="21653" y="2370"/>
                </a:cubicBezTo>
                <a:lnTo>
                  <a:pt x="20762" y="3707"/>
                </a:lnTo>
                <a:cubicBezTo>
                  <a:pt x="19743" y="3007"/>
                  <a:pt x="18533" y="2497"/>
                  <a:pt x="17323" y="2115"/>
                </a:cubicBezTo>
                <a:lnTo>
                  <a:pt x="17769" y="523"/>
                </a:lnTo>
                <a:lnTo>
                  <a:pt x="17705" y="523"/>
                </a:lnTo>
                <a:cubicBezTo>
                  <a:pt x="16459" y="183"/>
                  <a:pt x="15191" y="0"/>
                  <a:pt x="1392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0"/>
          <p:cNvSpPr/>
          <p:nvPr/>
        </p:nvSpPr>
        <p:spPr>
          <a:xfrm>
            <a:off x="-218198" y="1971857"/>
            <a:ext cx="426367" cy="424831"/>
          </a:xfrm>
          <a:custGeom>
            <a:avLst/>
            <a:gdLst/>
            <a:ahLst/>
            <a:cxnLst/>
            <a:rect l="l" t="t" r="r" b="b"/>
            <a:pathLst>
              <a:path w="17769" h="17705" extrusionOk="0">
                <a:moveTo>
                  <a:pt x="8916" y="2867"/>
                </a:moveTo>
                <a:cubicBezTo>
                  <a:pt x="9426" y="2867"/>
                  <a:pt x="9999" y="2930"/>
                  <a:pt x="10572" y="3058"/>
                </a:cubicBezTo>
                <a:cubicBezTo>
                  <a:pt x="13119" y="3822"/>
                  <a:pt x="14902" y="6178"/>
                  <a:pt x="14902" y="8853"/>
                </a:cubicBezTo>
                <a:cubicBezTo>
                  <a:pt x="14902" y="9426"/>
                  <a:pt x="14839" y="9936"/>
                  <a:pt x="14648" y="10509"/>
                </a:cubicBezTo>
                <a:cubicBezTo>
                  <a:pt x="13947" y="13056"/>
                  <a:pt x="11591" y="14839"/>
                  <a:pt x="8916" y="14839"/>
                </a:cubicBezTo>
                <a:cubicBezTo>
                  <a:pt x="5605" y="14839"/>
                  <a:pt x="2930" y="12164"/>
                  <a:pt x="2930" y="8853"/>
                </a:cubicBezTo>
                <a:cubicBezTo>
                  <a:pt x="2930" y="8280"/>
                  <a:pt x="2994" y="7770"/>
                  <a:pt x="3121" y="7197"/>
                </a:cubicBezTo>
                <a:cubicBezTo>
                  <a:pt x="3885" y="4650"/>
                  <a:pt x="6178" y="2867"/>
                  <a:pt x="8852" y="2867"/>
                </a:cubicBezTo>
                <a:close/>
                <a:moveTo>
                  <a:pt x="8343" y="1"/>
                </a:moveTo>
                <a:lnTo>
                  <a:pt x="8407" y="1083"/>
                </a:lnTo>
                <a:cubicBezTo>
                  <a:pt x="7260" y="1147"/>
                  <a:pt x="6114" y="1529"/>
                  <a:pt x="5095" y="2102"/>
                </a:cubicBezTo>
                <a:lnTo>
                  <a:pt x="4586" y="1083"/>
                </a:lnTo>
                <a:cubicBezTo>
                  <a:pt x="3694" y="1593"/>
                  <a:pt x="2930" y="2230"/>
                  <a:pt x="2293" y="2930"/>
                </a:cubicBezTo>
                <a:lnTo>
                  <a:pt x="3057" y="3695"/>
                </a:lnTo>
                <a:cubicBezTo>
                  <a:pt x="2293" y="4522"/>
                  <a:pt x="1720" y="5605"/>
                  <a:pt x="1401" y="6688"/>
                </a:cubicBezTo>
                <a:lnTo>
                  <a:pt x="319" y="6433"/>
                </a:lnTo>
                <a:cubicBezTo>
                  <a:pt x="128" y="7197"/>
                  <a:pt x="0" y="7961"/>
                  <a:pt x="0" y="8789"/>
                </a:cubicBezTo>
                <a:lnTo>
                  <a:pt x="0" y="9299"/>
                </a:lnTo>
                <a:lnTo>
                  <a:pt x="1083" y="9235"/>
                </a:lnTo>
                <a:cubicBezTo>
                  <a:pt x="1147" y="10445"/>
                  <a:pt x="1465" y="11528"/>
                  <a:pt x="2038" y="12610"/>
                </a:cubicBezTo>
                <a:lnTo>
                  <a:pt x="1083" y="13120"/>
                </a:lnTo>
                <a:cubicBezTo>
                  <a:pt x="1592" y="14011"/>
                  <a:pt x="2229" y="14776"/>
                  <a:pt x="2930" y="15412"/>
                </a:cubicBezTo>
                <a:lnTo>
                  <a:pt x="3694" y="14648"/>
                </a:lnTo>
                <a:cubicBezTo>
                  <a:pt x="4586" y="15412"/>
                  <a:pt x="5605" y="15986"/>
                  <a:pt x="6751" y="16304"/>
                </a:cubicBezTo>
                <a:lnTo>
                  <a:pt x="6432" y="17387"/>
                </a:lnTo>
                <a:cubicBezTo>
                  <a:pt x="7197" y="17578"/>
                  <a:pt x="8025" y="17705"/>
                  <a:pt x="8852" y="17705"/>
                </a:cubicBezTo>
                <a:lnTo>
                  <a:pt x="9362" y="17705"/>
                </a:lnTo>
                <a:lnTo>
                  <a:pt x="9298" y="16622"/>
                </a:lnTo>
                <a:cubicBezTo>
                  <a:pt x="10508" y="16559"/>
                  <a:pt x="11591" y="16177"/>
                  <a:pt x="12673" y="15603"/>
                </a:cubicBezTo>
                <a:lnTo>
                  <a:pt x="13183" y="16622"/>
                </a:lnTo>
                <a:cubicBezTo>
                  <a:pt x="14075" y="16113"/>
                  <a:pt x="14839" y="15476"/>
                  <a:pt x="15476" y="14712"/>
                </a:cubicBezTo>
                <a:lnTo>
                  <a:pt x="14711" y="14011"/>
                </a:lnTo>
                <a:cubicBezTo>
                  <a:pt x="15476" y="13120"/>
                  <a:pt x="16049" y="12101"/>
                  <a:pt x="16367" y="10954"/>
                </a:cubicBezTo>
                <a:lnTo>
                  <a:pt x="17450" y="11273"/>
                </a:lnTo>
                <a:cubicBezTo>
                  <a:pt x="17641" y="10509"/>
                  <a:pt x="17768" y="9681"/>
                  <a:pt x="17768" y="8853"/>
                </a:cubicBezTo>
                <a:lnTo>
                  <a:pt x="17768" y="8343"/>
                </a:lnTo>
                <a:lnTo>
                  <a:pt x="16686" y="8407"/>
                </a:lnTo>
                <a:cubicBezTo>
                  <a:pt x="16622" y="7261"/>
                  <a:pt x="16240" y="6115"/>
                  <a:pt x="15667" y="5096"/>
                </a:cubicBezTo>
                <a:lnTo>
                  <a:pt x="16686" y="4522"/>
                </a:lnTo>
                <a:cubicBezTo>
                  <a:pt x="16176" y="3695"/>
                  <a:pt x="15539" y="2867"/>
                  <a:pt x="14775" y="2230"/>
                </a:cubicBezTo>
                <a:lnTo>
                  <a:pt x="14075" y="2994"/>
                </a:lnTo>
                <a:cubicBezTo>
                  <a:pt x="13183" y="2230"/>
                  <a:pt x="12164" y="1657"/>
                  <a:pt x="11018" y="1338"/>
                </a:cubicBezTo>
                <a:lnTo>
                  <a:pt x="11336" y="319"/>
                </a:lnTo>
                <a:cubicBezTo>
                  <a:pt x="10508" y="65"/>
                  <a:pt x="9680" y="1"/>
                  <a:pt x="8852" y="1"/>
                </a:cubicBez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0"/>
          <p:cNvSpPr/>
          <p:nvPr/>
        </p:nvSpPr>
        <p:spPr>
          <a:xfrm>
            <a:off x="235643" y="1926026"/>
            <a:ext cx="301065" cy="297994"/>
          </a:xfrm>
          <a:custGeom>
            <a:avLst/>
            <a:gdLst/>
            <a:ahLst/>
            <a:cxnLst/>
            <a:rect l="l" t="t" r="r" b="b"/>
            <a:pathLst>
              <a:path w="12547" h="12419" extrusionOk="0">
                <a:moveTo>
                  <a:pt x="6242" y="2484"/>
                </a:moveTo>
                <a:cubicBezTo>
                  <a:pt x="6624" y="2484"/>
                  <a:pt x="6942" y="2484"/>
                  <a:pt x="7260" y="2611"/>
                </a:cubicBezTo>
                <a:cubicBezTo>
                  <a:pt x="8916" y="3057"/>
                  <a:pt x="9999" y="4522"/>
                  <a:pt x="9999" y="6178"/>
                </a:cubicBezTo>
                <a:cubicBezTo>
                  <a:pt x="9999" y="6560"/>
                  <a:pt x="9935" y="6878"/>
                  <a:pt x="9872" y="7197"/>
                </a:cubicBezTo>
                <a:cubicBezTo>
                  <a:pt x="9426" y="8789"/>
                  <a:pt x="7961" y="9935"/>
                  <a:pt x="6305" y="9935"/>
                </a:cubicBezTo>
                <a:cubicBezTo>
                  <a:pt x="5923" y="9935"/>
                  <a:pt x="5605" y="9871"/>
                  <a:pt x="5286" y="9808"/>
                </a:cubicBezTo>
                <a:cubicBezTo>
                  <a:pt x="3630" y="9298"/>
                  <a:pt x="2548" y="7833"/>
                  <a:pt x="2548" y="6178"/>
                </a:cubicBezTo>
                <a:cubicBezTo>
                  <a:pt x="2548" y="5859"/>
                  <a:pt x="2612" y="5477"/>
                  <a:pt x="2675" y="5159"/>
                </a:cubicBezTo>
                <a:cubicBezTo>
                  <a:pt x="3121" y="3567"/>
                  <a:pt x="4586" y="2484"/>
                  <a:pt x="6242" y="2484"/>
                </a:cubicBezTo>
                <a:close/>
                <a:moveTo>
                  <a:pt x="6242" y="0"/>
                </a:moveTo>
                <a:cubicBezTo>
                  <a:pt x="5859" y="0"/>
                  <a:pt x="5477" y="0"/>
                  <a:pt x="5095" y="64"/>
                </a:cubicBezTo>
                <a:lnTo>
                  <a:pt x="5223" y="828"/>
                </a:lnTo>
                <a:cubicBezTo>
                  <a:pt x="4649" y="956"/>
                  <a:pt x="4140" y="1147"/>
                  <a:pt x="3630" y="1401"/>
                </a:cubicBezTo>
                <a:lnTo>
                  <a:pt x="3248" y="701"/>
                </a:lnTo>
                <a:cubicBezTo>
                  <a:pt x="2357" y="1147"/>
                  <a:pt x="1656" y="1847"/>
                  <a:pt x="1083" y="2675"/>
                </a:cubicBezTo>
                <a:lnTo>
                  <a:pt x="1720" y="3057"/>
                </a:lnTo>
                <a:cubicBezTo>
                  <a:pt x="1338" y="3567"/>
                  <a:pt x="1147" y="4076"/>
                  <a:pt x="956" y="4649"/>
                </a:cubicBezTo>
                <a:lnTo>
                  <a:pt x="255" y="4458"/>
                </a:lnTo>
                <a:lnTo>
                  <a:pt x="255" y="4522"/>
                </a:lnTo>
                <a:cubicBezTo>
                  <a:pt x="128" y="5095"/>
                  <a:pt x="1" y="5668"/>
                  <a:pt x="1" y="6241"/>
                </a:cubicBezTo>
                <a:cubicBezTo>
                  <a:pt x="1" y="6623"/>
                  <a:pt x="64" y="7006"/>
                  <a:pt x="128" y="7388"/>
                </a:cubicBezTo>
                <a:lnTo>
                  <a:pt x="828" y="7260"/>
                </a:lnTo>
                <a:cubicBezTo>
                  <a:pt x="956" y="7833"/>
                  <a:pt x="1147" y="8343"/>
                  <a:pt x="1465" y="8852"/>
                </a:cubicBezTo>
                <a:lnTo>
                  <a:pt x="765" y="9171"/>
                </a:lnTo>
                <a:cubicBezTo>
                  <a:pt x="1274" y="10062"/>
                  <a:pt x="1911" y="10827"/>
                  <a:pt x="2739" y="11336"/>
                </a:cubicBezTo>
                <a:lnTo>
                  <a:pt x="3185" y="10763"/>
                </a:lnTo>
                <a:cubicBezTo>
                  <a:pt x="3630" y="11081"/>
                  <a:pt x="4204" y="11336"/>
                  <a:pt x="4777" y="11463"/>
                </a:cubicBezTo>
                <a:lnTo>
                  <a:pt x="4522" y="12228"/>
                </a:lnTo>
                <a:lnTo>
                  <a:pt x="4586" y="12228"/>
                </a:lnTo>
                <a:cubicBezTo>
                  <a:pt x="5159" y="12355"/>
                  <a:pt x="5732" y="12419"/>
                  <a:pt x="6305" y="12419"/>
                </a:cubicBezTo>
                <a:cubicBezTo>
                  <a:pt x="6751" y="12419"/>
                  <a:pt x="7133" y="12419"/>
                  <a:pt x="7515" y="12291"/>
                </a:cubicBezTo>
                <a:lnTo>
                  <a:pt x="7388" y="11591"/>
                </a:lnTo>
                <a:cubicBezTo>
                  <a:pt x="7961" y="11463"/>
                  <a:pt x="8470" y="11272"/>
                  <a:pt x="8980" y="11018"/>
                </a:cubicBezTo>
                <a:lnTo>
                  <a:pt x="9362" y="11654"/>
                </a:lnTo>
                <a:cubicBezTo>
                  <a:pt x="10190" y="11145"/>
                  <a:pt x="10954" y="10508"/>
                  <a:pt x="11464" y="9680"/>
                </a:cubicBezTo>
                <a:lnTo>
                  <a:pt x="10890" y="9234"/>
                </a:lnTo>
                <a:cubicBezTo>
                  <a:pt x="11209" y="8789"/>
                  <a:pt x="11464" y="8216"/>
                  <a:pt x="11591" y="7642"/>
                </a:cubicBezTo>
                <a:lnTo>
                  <a:pt x="12292" y="7897"/>
                </a:lnTo>
                <a:cubicBezTo>
                  <a:pt x="12483" y="7388"/>
                  <a:pt x="12546" y="6751"/>
                  <a:pt x="12546" y="6178"/>
                </a:cubicBezTo>
                <a:cubicBezTo>
                  <a:pt x="12546" y="5796"/>
                  <a:pt x="12483" y="5413"/>
                  <a:pt x="12419" y="5031"/>
                </a:cubicBezTo>
                <a:lnTo>
                  <a:pt x="11718" y="5159"/>
                </a:lnTo>
                <a:cubicBezTo>
                  <a:pt x="11591" y="4586"/>
                  <a:pt x="11400" y="4076"/>
                  <a:pt x="11082" y="3567"/>
                </a:cubicBezTo>
                <a:lnTo>
                  <a:pt x="11782" y="3185"/>
                </a:lnTo>
                <a:cubicBezTo>
                  <a:pt x="11273" y="2357"/>
                  <a:pt x="10572" y="1592"/>
                  <a:pt x="9808" y="1019"/>
                </a:cubicBezTo>
                <a:lnTo>
                  <a:pt x="9362" y="1656"/>
                </a:lnTo>
                <a:cubicBezTo>
                  <a:pt x="8853" y="1338"/>
                  <a:pt x="8343" y="1083"/>
                  <a:pt x="7770" y="956"/>
                </a:cubicBezTo>
                <a:lnTo>
                  <a:pt x="7961" y="191"/>
                </a:lnTo>
                <a:cubicBezTo>
                  <a:pt x="7452" y="64"/>
                  <a:pt x="6878" y="0"/>
                  <a:pt x="6242" y="0"/>
                </a:cubicBez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0"/>
          <p:cNvSpPr/>
          <p:nvPr/>
        </p:nvSpPr>
        <p:spPr>
          <a:xfrm>
            <a:off x="3305587" y="1967274"/>
            <a:ext cx="987178" cy="38224"/>
          </a:xfrm>
          <a:custGeom>
            <a:avLst/>
            <a:gdLst/>
            <a:ahLst/>
            <a:cxnLst/>
            <a:rect l="l" t="t" r="r" b="b"/>
            <a:pathLst>
              <a:path w="41141" h="1593" extrusionOk="0">
                <a:moveTo>
                  <a:pt x="1" y="1"/>
                </a:moveTo>
                <a:lnTo>
                  <a:pt x="1" y="1593"/>
                </a:lnTo>
                <a:lnTo>
                  <a:pt x="41140" y="1593"/>
                </a:lnTo>
                <a:lnTo>
                  <a:pt x="4114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0"/>
          <p:cNvSpPr/>
          <p:nvPr/>
        </p:nvSpPr>
        <p:spPr>
          <a:xfrm>
            <a:off x="3305587" y="2098694"/>
            <a:ext cx="987178" cy="38224"/>
          </a:xfrm>
          <a:custGeom>
            <a:avLst/>
            <a:gdLst/>
            <a:ahLst/>
            <a:cxnLst/>
            <a:rect l="l" t="t" r="r" b="b"/>
            <a:pathLst>
              <a:path w="41141" h="1593" extrusionOk="0">
                <a:moveTo>
                  <a:pt x="1" y="1"/>
                </a:moveTo>
                <a:lnTo>
                  <a:pt x="1" y="1593"/>
                </a:lnTo>
                <a:lnTo>
                  <a:pt x="41140" y="1593"/>
                </a:lnTo>
                <a:lnTo>
                  <a:pt x="4114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0"/>
          <p:cNvSpPr/>
          <p:nvPr/>
        </p:nvSpPr>
        <p:spPr>
          <a:xfrm>
            <a:off x="3305587" y="2230115"/>
            <a:ext cx="987178" cy="38224"/>
          </a:xfrm>
          <a:custGeom>
            <a:avLst/>
            <a:gdLst/>
            <a:ahLst/>
            <a:cxnLst/>
            <a:rect l="l" t="t" r="r" b="b"/>
            <a:pathLst>
              <a:path w="41141" h="1593" extrusionOk="0">
                <a:moveTo>
                  <a:pt x="1" y="0"/>
                </a:moveTo>
                <a:lnTo>
                  <a:pt x="1" y="1593"/>
                </a:lnTo>
                <a:lnTo>
                  <a:pt x="41140" y="1593"/>
                </a:lnTo>
                <a:lnTo>
                  <a:pt x="411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0"/>
          <p:cNvSpPr/>
          <p:nvPr/>
        </p:nvSpPr>
        <p:spPr>
          <a:xfrm>
            <a:off x="3305587" y="2494468"/>
            <a:ext cx="987178" cy="38224"/>
          </a:xfrm>
          <a:custGeom>
            <a:avLst/>
            <a:gdLst/>
            <a:ahLst/>
            <a:cxnLst/>
            <a:rect l="l" t="t" r="r" b="b"/>
            <a:pathLst>
              <a:path w="41141" h="1593" extrusionOk="0">
                <a:moveTo>
                  <a:pt x="1" y="1"/>
                </a:moveTo>
                <a:lnTo>
                  <a:pt x="1" y="1593"/>
                </a:lnTo>
                <a:lnTo>
                  <a:pt x="41140" y="1593"/>
                </a:lnTo>
                <a:lnTo>
                  <a:pt x="4114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0"/>
          <p:cNvSpPr/>
          <p:nvPr/>
        </p:nvSpPr>
        <p:spPr>
          <a:xfrm>
            <a:off x="3305587" y="2625888"/>
            <a:ext cx="987178" cy="38224"/>
          </a:xfrm>
          <a:custGeom>
            <a:avLst/>
            <a:gdLst/>
            <a:ahLst/>
            <a:cxnLst/>
            <a:rect l="l" t="t" r="r" b="b"/>
            <a:pathLst>
              <a:path w="41141" h="1593" extrusionOk="0">
                <a:moveTo>
                  <a:pt x="1" y="1"/>
                </a:moveTo>
                <a:lnTo>
                  <a:pt x="1" y="1593"/>
                </a:lnTo>
                <a:lnTo>
                  <a:pt x="41140" y="1593"/>
                </a:lnTo>
                <a:lnTo>
                  <a:pt x="4114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0"/>
          <p:cNvSpPr/>
          <p:nvPr/>
        </p:nvSpPr>
        <p:spPr>
          <a:xfrm>
            <a:off x="3305587" y="2888730"/>
            <a:ext cx="987178" cy="38224"/>
          </a:xfrm>
          <a:custGeom>
            <a:avLst/>
            <a:gdLst/>
            <a:ahLst/>
            <a:cxnLst/>
            <a:rect l="l" t="t" r="r" b="b"/>
            <a:pathLst>
              <a:path w="41141" h="1593" extrusionOk="0">
                <a:moveTo>
                  <a:pt x="1" y="0"/>
                </a:moveTo>
                <a:lnTo>
                  <a:pt x="1" y="1592"/>
                </a:lnTo>
                <a:lnTo>
                  <a:pt x="41140" y="1592"/>
                </a:lnTo>
                <a:lnTo>
                  <a:pt x="411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0"/>
          <p:cNvSpPr/>
          <p:nvPr/>
        </p:nvSpPr>
        <p:spPr>
          <a:xfrm>
            <a:off x="3305587" y="3020150"/>
            <a:ext cx="987178" cy="38224"/>
          </a:xfrm>
          <a:custGeom>
            <a:avLst/>
            <a:gdLst/>
            <a:ahLst/>
            <a:cxnLst/>
            <a:rect l="l" t="t" r="r" b="b"/>
            <a:pathLst>
              <a:path w="41141" h="1593" extrusionOk="0">
                <a:moveTo>
                  <a:pt x="1" y="0"/>
                </a:moveTo>
                <a:lnTo>
                  <a:pt x="1" y="1592"/>
                </a:lnTo>
                <a:lnTo>
                  <a:pt x="41140" y="1592"/>
                </a:lnTo>
                <a:lnTo>
                  <a:pt x="4114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0"/>
          <p:cNvSpPr/>
          <p:nvPr/>
        </p:nvSpPr>
        <p:spPr>
          <a:xfrm>
            <a:off x="3305587" y="3282968"/>
            <a:ext cx="987178" cy="38224"/>
          </a:xfrm>
          <a:custGeom>
            <a:avLst/>
            <a:gdLst/>
            <a:ahLst/>
            <a:cxnLst/>
            <a:rect l="l" t="t" r="r" b="b"/>
            <a:pathLst>
              <a:path w="41141" h="1593" extrusionOk="0">
                <a:moveTo>
                  <a:pt x="1" y="1"/>
                </a:moveTo>
                <a:lnTo>
                  <a:pt x="1" y="1593"/>
                </a:lnTo>
                <a:lnTo>
                  <a:pt x="41140" y="1593"/>
                </a:lnTo>
                <a:lnTo>
                  <a:pt x="4114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0"/>
          <p:cNvSpPr/>
          <p:nvPr/>
        </p:nvSpPr>
        <p:spPr>
          <a:xfrm>
            <a:off x="1369503" y="1967274"/>
            <a:ext cx="1705373" cy="38224"/>
          </a:xfrm>
          <a:custGeom>
            <a:avLst/>
            <a:gdLst/>
            <a:ahLst/>
            <a:cxnLst/>
            <a:rect l="l" t="t" r="r" b="b"/>
            <a:pathLst>
              <a:path w="71072" h="1593" extrusionOk="0">
                <a:moveTo>
                  <a:pt x="0" y="1"/>
                </a:moveTo>
                <a:lnTo>
                  <a:pt x="0" y="1593"/>
                </a:lnTo>
                <a:lnTo>
                  <a:pt x="71071" y="1593"/>
                </a:lnTo>
                <a:lnTo>
                  <a:pt x="7107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0"/>
          <p:cNvSpPr/>
          <p:nvPr/>
        </p:nvSpPr>
        <p:spPr>
          <a:xfrm>
            <a:off x="1369503" y="2098694"/>
            <a:ext cx="1705373" cy="38224"/>
          </a:xfrm>
          <a:custGeom>
            <a:avLst/>
            <a:gdLst/>
            <a:ahLst/>
            <a:cxnLst/>
            <a:rect l="l" t="t" r="r" b="b"/>
            <a:pathLst>
              <a:path w="71072" h="1593" extrusionOk="0">
                <a:moveTo>
                  <a:pt x="0" y="1"/>
                </a:moveTo>
                <a:lnTo>
                  <a:pt x="0" y="1593"/>
                </a:lnTo>
                <a:lnTo>
                  <a:pt x="71071" y="1593"/>
                </a:lnTo>
                <a:lnTo>
                  <a:pt x="7107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0"/>
          <p:cNvSpPr/>
          <p:nvPr/>
        </p:nvSpPr>
        <p:spPr>
          <a:xfrm>
            <a:off x="1369503" y="2363047"/>
            <a:ext cx="1147609" cy="38248"/>
          </a:xfrm>
          <a:custGeom>
            <a:avLst/>
            <a:gdLst/>
            <a:ahLst/>
            <a:cxnLst/>
            <a:rect l="l" t="t" r="r" b="b"/>
            <a:pathLst>
              <a:path w="47827" h="1594" extrusionOk="0">
                <a:moveTo>
                  <a:pt x="0" y="1"/>
                </a:moveTo>
                <a:lnTo>
                  <a:pt x="0" y="1593"/>
                </a:lnTo>
                <a:lnTo>
                  <a:pt x="47827" y="1593"/>
                </a:lnTo>
                <a:lnTo>
                  <a:pt x="4782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0"/>
          <p:cNvSpPr/>
          <p:nvPr/>
        </p:nvSpPr>
        <p:spPr>
          <a:xfrm>
            <a:off x="3420187" y="1701385"/>
            <a:ext cx="701422" cy="114648"/>
          </a:xfrm>
          <a:custGeom>
            <a:avLst/>
            <a:gdLst/>
            <a:ahLst/>
            <a:cxnLst/>
            <a:rect l="l" t="t" r="r" b="b"/>
            <a:pathLst>
              <a:path w="29232" h="4778" extrusionOk="0">
                <a:moveTo>
                  <a:pt x="1" y="1"/>
                </a:moveTo>
                <a:lnTo>
                  <a:pt x="1" y="4777"/>
                </a:lnTo>
                <a:lnTo>
                  <a:pt x="29232" y="4777"/>
                </a:lnTo>
                <a:lnTo>
                  <a:pt x="2923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0"/>
          <p:cNvSpPr/>
          <p:nvPr/>
        </p:nvSpPr>
        <p:spPr>
          <a:xfrm>
            <a:off x="1872246" y="1701385"/>
            <a:ext cx="699886" cy="114648"/>
          </a:xfrm>
          <a:custGeom>
            <a:avLst/>
            <a:gdLst/>
            <a:ahLst/>
            <a:cxnLst/>
            <a:rect l="l" t="t" r="r" b="b"/>
            <a:pathLst>
              <a:path w="29168" h="4778" extrusionOk="0">
                <a:moveTo>
                  <a:pt x="0" y="1"/>
                </a:moveTo>
                <a:lnTo>
                  <a:pt x="0" y="4777"/>
                </a:lnTo>
                <a:lnTo>
                  <a:pt x="29167" y="4777"/>
                </a:lnTo>
                <a:lnTo>
                  <a:pt x="2916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0"/>
          <p:cNvSpPr/>
          <p:nvPr/>
        </p:nvSpPr>
        <p:spPr>
          <a:xfrm>
            <a:off x="-228900" y="2988045"/>
            <a:ext cx="735039" cy="1488386"/>
          </a:xfrm>
          <a:custGeom>
            <a:avLst/>
            <a:gdLst/>
            <a:ahLst/>
            <a:cxnLst/>
            <a:rect l="l" t="t" r="r" b="b"/>
            <a:pathLst>
              <a:path w="30633" h="62029" extrusionOk="0">
                <a:moveTo>
                  <a:pt x="17705" y="42924"/>
                </a:moveTo>
                <a:lnTo>
                  <a:pt x="17705" y="60437"/>
                </a:lnTo>
                <a:lnTo>
                  <a:pt x="12928" y="60437"/>
                </a:lnTo>
                <a:lnTo>
                  <a:pt x="12928" y="42924"/>
                </a:lnTo>
                <a:close/>
                <a:moveTo>
                  <a:pt x="15348" y="1"/>
                </a:moveTo>
                <a:cubicBezTo>
                  <a:pt x="7133" y="1"/>
                  <a:pt x="446" y="6496"/>
                  <a:pt x="192" y="14712"/>
                </a:cubicBezTo>
                <a:cubicBezTo>
                  <a:pt x="1" y="22927"/>
                  <a:pt x="6369" y="29741"/>
                  <a:pt x="14521" y="30187"/>
                </a:cubicBezTo>
                <a:lnTo>
                  <a:pt x="14521" y="41332"/>
                </a:lnTo>
                <a:lnTo>
                  <a:pt x="12164" y="41332"/>
                </a:lnTo>
                <a:cubicBezTo>
                  <a:pt x="11718" y="41332"/>
                  <a:pt x="11336" y="41714"/>
                  <a:pt x="11336" y="42159"/>
                </a:cubicBezTo>
                <a:lnTo>
                  <a:pt x="11336" y="61265"/>
                </a:lnTo>
                <a:cubicBezTo>
                  <a:pt x="11336" y="61710"/>
                  <a:pt x="11718" y="62029"/>
                  <a:pt x="12164" y="62029"/>
                </a:cubicBezTo>
                <a:lnTo>
                  <a:pt x="18533" y="62029"/>
                </a:lnTo>
                <a:cubicBezTo>
                  <a:pt x="18978" y="62029"/>
                  <a:pt x="19297" y="61710"/>
                  <a:pt x="19297" y="61265"/>
                </a:cubicBezTo>
                <a:lnTo>
                  <a:pt x="19297" y="42159"/>
                </a:lnTo>
                <a:cubicBezTo>
                  <a:pt x="19297" y="41714"/>
                  <a:pt x="18978" y="41332"/>
                  <a:pt x="18533" y="41332"/>
                </a:cubicBezTo>
                <a:lnTo>
                  <a:pt x="16113" y="41332"/>
                </a:lnTo>
                <a:lnTo>
                  <a:pt x="16113" y="30187"/>
                </a:lnTo>
                <a:cubicBezTo>
                  <a:pt x="24328" y="29741"/>
                  <a:pt x="30633" y="22927"/>
                  <a:pt x="30442" y="14712"/>
                </a:cubicBezTo>
                <a:cubicBezTo>
                  <a:pt x="30250" y="6496"/>
                  <a:pt x="23500" y="1"/>
                  <a:pt x="15348" y="1"/>
                </a:cubicBez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0"/>
          <p:cNvSpPr/>
          <p:nvPr/>
        </p:nvSpPr>
        <p:spPr>
          <a:xfrm>
            <a:off x="101175" y="4037850"/>
            <a:ext cx="76424" cy="382048"/>
          </a:xfrm>
          <a:custGeom>
            <a:avLst/>
            <a:gdLst/>
            <a:ahLst/>
            <a:cxnLst/>
            <a:rect l="l" t="t" r="r" b="b"/>
            <a:pathLst>
              <a:path w="3185" h="15922" extrusionOk="0">
                <a:moveTo>
                  <a:pt x="0" y="1"/>
                </a:moveTo>
                <a:lnTo>
                  <a:pt x="0" y="15922"/>
                </a:lnTo>
                <a:lnTo>
                  <a:pt x="3185" y="15922"/>
                </a:lnTo>
                <a:lnTo>
                  <a:pt x="3185" y="1"/>
                </a:ln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0"/>
          <p:cNvSpPr/>
          <p:nvPr/>
        </p:nvSpPr>
        <p:spPr>
          <a:xfrm>
            <a:off x="1335862" y="394881"/>
            <a:ext cx="1228616" cy="426343"/>
          </a:xfrm>
          <a:custGeom>
            <a:avLst/>
            <a:gdLst/>
            <a:ahLst/>
            <a:cxnLst/>
            <a:rect l="l" t="t" r="r" b="b"/>
            <a:pathLst>
              <a:path w="51203" h="17768" extrusionOk="0">
                <a:moveTo>
                  <a:pt x="49611" y="1592"/>
                </a:moveTo>
                <a:lnTo>
                  <a:pt x="49611" y="16176"/>
                </a:lnTo>
                <a:lnTo>
                  <a:pt x="1593" y="16176"/>
                </a:lnTo>
                <a:lnTo>
                  <a:pt x="1593" y="1592"/>
                </a:lnTo>
                <a:close/>
                <a:moveTo>
                  <a:pt x="1" y="0"/>
                </a:moveTo>
                <a:lnTo>
                  <a:pt x="1" y="17768"/>
                </a:lnTo>
                <a:lnTo>
                  <a:pt x="51203" y="17768"/>
                </a:lnTo>
                <a:lnTo>
                  <a:pt x="512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0"/>
          <p:cNvSpPr/>
          <p:nvPr/>
        </p:nvSpPr>
        <p:spPr>
          <a:xfrm>
            <a:off x="3916836" y="99575"/>
            <a:ext cx="1101778" cy="368659"/>
          </a:xfrm>
          <a:custGeom>
            <a:avLst/>
            <a:gdLst/>
            <a:ahLst/>
            <a:cxnLst/>
            <a:rect l="l" t="t" r="r" b="b"/>
            <a:pathLst>
              <a:path w="45917" h="15364" extrusionOk="0">
                <a:moveTo>
                  <a:pt x="18787" y="1927"/>
                </a:moveTo>
                <a:lnTo>
                  <a:pt x="18787" y="1927"/>
                </a:lnTo>
                <a:cubicBezTo>
                  <a:pt x="15539" y="5557"/>
                  <a:pt x="18150" y="11288"/>
                  <a:pt x="22990" y="11288"/>
                </a:cubicBezTo>
                <a:cubicBezTo>
                  <a:pt x="27830" y="11288"/>
                  <a:pt x="30377" y="5557"/>
                  <a:pt x="27193" y="1927"/>
                </a:cubicBezTo>
                <a:lnTo>
                  <a:pt x="27193" y="1927"/>
                </a:lnTo>
                <a:cubicBezTo>
                  <a:pt x="27639" y="1990"/>
                  <a:pt x="28149" y="2054"/>
                  <a:pt x="28594" y="2118"/>
                </a:cubicBezTo>
                <a:cubicBezTo>
                  <a:pt x="31396" y="6512"/>
                  <a:pt x="28212" y="12307"/>
                  <a:pt x="22990" y="12307"/>
                </a:cubicBezTo>
                <a:cubicBezTo>
                  <a:pt x="17768" y="12307"/>
                  <a:pt x="14584" y="6512"/>
                  <a:pt x="17386" y="2118"/>
                </a:cubicBezTo>
                <a:cubicBezTo>
                  <a:pt x="17832" y="2054"/>
                  <a:pt x="18278" y="1990"/>
                  <a:pt x="18787" y="1927"/>
                </a:cubicBezTo>
                <a:close/>
                <a:moveTo>
                  <a:pt x="30569" y="2500"/>
                </a:moveTo>
                <a:cubicBezTo>
                  <a:pt x="35026" y="3455"/>
                  <a:pt x="39293" y="5238"/>
                  <a:pt x="43114" y="7722"/>
                </a:cubicBezTo>
                <a:cubicBezTo>
                  <a:pt x="37641" y="11329"/>
                  <a:pt x="31317" y="13418"/>
                  <a:pt x="24736" y="13692"/>
                </a:cubicBezTo>
                <a:lnTo>
                  <a:pt x="24736" y="13692"/>
                </a:lnTo>
                <a:cubicBezTo>
                  <a:pt x="29704" y="12588"/>
                  <a:pt x="32491" y="7212"/>
                  <a:pt x="30569" y="2500"/>
                </a:cubicBezTo>
                <a:close/>
                <a:moveTo>
                  <a:pt x="15348" y="2500"/>
                </a:moveTo>
                <a:lnTo>
                  <a:pt x="15348" y="2500"/>
                </a:lnTo>
                <a:cubicBezTo>
                  <a:pt x="13310" y="7340"/>
                  <a:pt x="16367" y="12880"/>
                  <a:pt x="21589" y="13772"/>
                </a:cubicBezTo>
                <a:cubicBezTo>
                  <a:pt x="14902" y="13517"/>
                  <a:pt x="8406" y="11415"/>
                  <a:pt x="2802" y="7722"/>
                </a:cubicBezTo>
                <a:cubicBezTo>
                  <a:pt x="6623" y="5174"/>
                  <a:pt x="10890" y="3455"/>
                  <a:pt x="15348" y="2500"/>
                </a:cubicBezTo>
                <a:close/>
                <a:moveTo>
                  <a:pt x="22958" y="0"/>
                </a:moveTo>
                <a:cubicBezTo>
                  <a:pt x="22608" y="0"/>
                  <a:pt x="22258" y="48"/>
                  <a:pt x="21907" y="143"/>
                </a:cubicBezTo>
                <a:cubicBezTo>
                  <a:pt x="14393" y="334"/>
                  <a:pt x="7069" y="2754"/>
                  <a:pt x="892" y="7085"/>
                </a:cubicBezTo>
                <a:lnTo>
                  <a:pt x="0" y="7722"/>
                </a:lnTo>
                <a:lnTo>
                  <a:pt x="892" y="8359"/>
                </a:lnTo>
                <a:cubicBezTo>
                  <a:pt x="7388" y="12944"/>
                  <a:pt x="15030" y="15364"/>
                  <a:pt x="22926" y="15364"/>
                </a:cubicBezTo>
                <a:cubicBezTo>
                  <a:pt x="30823" y="15364"/>
                  <a:pt x="38529" y="12944"/>
                  <a:pt x="44961" y="8359"/>
                </a:cubicBezTo>
                <a:lnTo>
                  <a:pt x="45916" y="7722"/>
                </a:lnTo>
                <a:lnTo>
                  <a:pt x="44961" y="7085"/>
                </a:lnTo>
                <a:cubicBezTo>
                  <a:pt x="38847" y="2754"/>
                  <a:pt x="31524" y="334"/>
                  <a:pt x="24009" y="143"/>
                </a:cubicBezTo>
                <a:cubicBezTo>
                  <a:pt x="23659" y="48"/>
                  <a:pt x="23309" y="0"/>
                  <a:pt x="22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0"/>
          <p:cNvSpPr/>
          <p:nvPr/>
        </p:nvSpPr>
        <p:spPr>
          <a:xfrm>
            <a:off x="568766" y="2272898"/>
            <a:ext cx="233831" cy="200046"/>
          </a:xfrm>
          <a:custGeom>
            <a:avLst/>
            <a:gdLst/>
            <a:ahLst/>
            <a:cxnLst/>
            <a:rect l="l" t="t" r="r" b="b"/>
            <a:pathLst>
              <a:path w="9745" h="8337" extrusionOk="0">
                <a:moveTo>
                  <a:pt x="5559" y="1576"/>
                </a:moveTo>
                <a:cubicBezTo>
                  <a:pt x="6878" y="1576"/>
                  <a:pt x="8152" y="2615"/>
                  <a:pt x="8152" y="4204"/>
                </a:cubicBezTo>
                <a:cubicBezTo>
                  <a:pt x="8152" y="5605"/>
                  <a:pt x="7006" y="6751"/>
                  <a:pt x="5541" y="6751"/>
                </a:cubicBezTo>
                <a:cubicBezTo>
                  <a:pt x="3248" y="6751"/>
                  <a:pt x="2102" y="3949"/>
                  <a:pt x="3758" y="2357"/>
                </a:cubicBezTo>
                <a:cubicBezTo>
                  <a:pt x="4276" y="1818"/>
                  <a:pt x="4923" y="1576"/>
                  <a:pt x="5559" y="1576"/>
                </a:cubicBezTo>
                <a:close/>
                <a:moveTo>
                  <a:pt x="5541" y="1"/>
                </a:moveTo>
                <a:cubicBezTo>
                  <a:pt x="1847" y="1"/>
                  <a:pt x="1" y="4458"/>
                  <a:pt x="2612" y="7070"/>
                </a:cubicBezTo>
                <a:cubicBezTo>
                  <a:pt x="3467" y="7945"/>
                  <a:pt x="4527" y="8336"/>
                  <a:pt x="5566" y="8336"/>
                </a:cubicBezTo>
                <a:cubicBezTo>
                  <a:pt x="7699" y="8336"/>
                  <a:pt x="9744" y="6688"/>
                  <a:pt x="9744" y="4204"/>
                </a:cubicBezTo>
                <a:cubicBezTo>
                  <a:pt x="9744" y="1847"/>
                  <a:pt x="7897" y="1"/>
                  <a:pt x="5541" y="1"/>
                </a:cubicBez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0"/>
          <p:cNvSpPr/>
          <p:nvPr/>
        </p:nvSpPr>
        <p:spPr>
          <a:xfrm>
            <a:off x="3696778" y="1418388"/>
            <a:ext cx="233831" cy="200502"/>
          </a:xfrm>
          <a:custGeom>
            <a:avLst/>
            <a:gdLst/>
            <a:ahLst/>
            <a:cxnLst/>
            <a:rect l="l" t="t" r="r" b="b"/>
            <a:pathLst>
              <a:path w="9745" h="8356" extrusionOk="0">
                <a:moveTo>
                  <a:pt x="4034" y="1603"/>
                </a:moveTo>
                <a:cubicBezTo>
                  <a:pt x="4070" y="1603"/>
                  <a:pt x="4105" y="1604"/>
                  <a:pt x="4140" y="1605"/>
                </a:cubicBezTo>
                <a:cubicBezTo>
                  <a:pt x="6433" y="1605"/>
                  <a:pt x="7579" y="4344"/>
                  <a:pt x="5987" y="6000"/>
                </a:cubicBezTo>
                <a:cubicBezTo>
                  <a:pt x="5456" y="6531"/>
                  <a:pt x="4813" y="6767"/>
                  <a:pt x="4185" y="6767"/>
                </a:cubicBezTo>
                <a:cubicBezTo>
                  <a:pt x="2856" y="6767"/>
                  <a:pt x="1593" y="5710"/>
                  <a:pt x="1593" y="4153"/>
                </a:cubicBezTo>
                <a:cubicBezTo>
                  <a:pt x="1593" y="2787"/>
                  <a:pt x="2682" y="1603"/>
                  <a:pt x="4034" y="1603"/>
                </a:cubicBezTo>
                <a:close/>
                <a:moveTo>
                  <a:pt x="4189" y="0"/>
                </a:moveTo>
                <a:cubicBezTo>
                  <a:pt x="2041" y="0"/>
                  <a:pt x="1" y="1654"/>
                  <a:pt x="1" y="4153"/>
                </a:cubicBezTo>
                <a:cubicBezTo>
                  <a:pt x="1" y="6509"/>
                  <a:pt x="1848" y="8356"/>
                  <a:pt x="4140" y="8356"/>
                </a:cubicBezTo>
                <a:cubicBezTo>
                  <a:pt x="7898" y="8356"/>
                  <a:pt x="9744" y="3834"/>
                  <a:pt x="7133" y="1223"/>
                </a:cubicBezTo>
                <a:cubicBezTo>
                  <a:pt x="6268" y="379"/>
                  <a:pt x="5216" y="0"/>
                  <a:pt x="41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0"/>
          <p:cNvSpPr/>
          <p:nvPr/>
        </p:nvSpPr>
        <p:spPr>
          <a:xfrm>
            <a:off x="4650315" y="2473808"/>
            <a:ext cx="189513" cy="161270"/>
          </a:xfrm>
          <a:custGeom>
            <a:avLst/>
            <a:gdLst/>
            <a:ahLst/>
            <a:cxnLst/>
            <a:rect l="l" t="t" r="r" b="b"/>
            <a:pathLst>
              <a:path w="7898" h="6721" extrusionOk="0">
                <a:moveTo>
                  <a:pt x="4472" y="0"/>
                </a:moveTo>
                <a:cubicBezTo>
                  <a:pt x="3635" y="0"/>
                  <a:pt x="2785" y="307"/>
                  <a:pt x="2102" y="989"/>
                </a:cubicBezTo>
                <a:cubicBezTo>
                  <a:pt x="1" y="3091"/>
                  <a:pt x="1465" y="6721"/>
                  <a:pt x="4522" y="6721"/>
                </a:cubicBezTo>
                <a:cubicBezTo>
                  <a:pt x="6369" y="6721"/>
                  <a:pt x="7897" y="5256"/>
                  <a:pt x="7897" y="3345"/>
                </a:cubicBezTo>
                <a:cubicBezTo>
                  <a:pt x="7897" y="1324"/>
                  <a:pt x="6213" y="0"/>
                  <a:pt x="4472" y="0"/>
                </a:cubicBez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0"/>
          <p:cNvSpPr/>
          <p:nvPr/>
        </p:nvSpPr>
        <p:spPr>
          <a:xfrm>
            <a:off x="2054080" y="4509280"/>
            <a:ext cx="189513" cy="162758"/>
          </a:xfrm>
          <a:custGeom>
            <a:avLst/>
            <a:gdLst/>
            <a:ahLst/>
            <a:cxnLst/>
            <a:rect l="l" t="t" r="r" b="b"/>
            <a:pathLst>
              <a:path w="7898" h="6783" extrusionOk="0">
                <a:moveTo>
                  <a:pt x="4464" y="0"/>
                </a:moveTo>
                <a:cubicBezTo>
                  <a:pt x="3629" y="0"/>
                  <a:pt x="2782" y="307"/>
                  <a:pt x="2102" y="987"/>
                </a:cubicBezTo>
                <a:cubicBezTo>
                  <a:pt x="0" y="3089"/>
                  <a:pt x="1465" y="6782"/>
                  <a:pt x="4522" y="6782"/>
                </a:cubicBezTo>
                <a:cubicBezTo>
                  <a:pt x="6369" y="6782"/>
                  <a:pt x="7897" y="5254"/>
                  <a:pt x="7897" y="3407"/>
                </a:cubicBezTo>
                <a:cubicBezTo>
                  <a:pt x="7897" y="1340"/>
                  <a:pt x="6207" y="0"/>
                  <a:pt x="446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0"/>
          <p:cNvSpPr/>
          <p:nvPr/>
        </p:nvSpPr>
        <p:spPr>
          <a:xfrm>
            <a:off x="5221828" y="755070"/>
            <a:ext cx="187977" cy="162422"/>
          </a:xfrm>
          <a:custGeom>
            <a:avLst/>
            <a:gdLst/>
            <a:ahLst/>
            <a:cxnLst/>
            <a:rect l="l" t="t" r="r" b="b"/>
            <a:pathLst>
              <a:path w="7834" h="6769" extrusionOk="0">
                <a:moveTo>
                  <a:pt x="4420" y="0"/>
                </a:moveTo>
                <a:cubicBezTo>
                  <a:pt x="3604" y="0"/>
                  <a:pt x="2774" y="301"/>
                  <a:pt x="2102" y="974"/>
                </a:cubicBezTo>
                <a:cubicBezTo>
                  <a:pt x="0" y="3139"/>
                  <a:pt x="1465" y="6769"/>
                  <a:pt x="4458" y="6769"/>
                </a:cubicBezTo>
                <a:cubicBezTo>
                  <a:pt x="6369" y="6769"/>
                  <a:pt x="7833" y="5241"/>
                  <a:pt x="7833" y="3394"/>
                </a:cubicBezTo>
                <a:cubicBezTo>
                  <a:pt x="7833" y="1358"/>
                  <a:pt x="6155" y="0"/>
                  <a:pt x="442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0"/>
          <p:cNvSpPr/>
          <p:nvPr/>
        </p:nvSpPr>
        <p:spPr>
          <a:xfrm>
            <a:off x="2532373" y="4212030"/>
            <a:ext cx="276182" cy="199518"/>
          </a:xfrm>
          <a:custGeom>
            <a:avLst/>
            <a:gdLst/>
            <a:ahLst/>
            <a:cxnLst/>
            <a:rect l="l" t="t" r="r" b="b"/>
            <a:pathLst>
              <a:path w="11510" h="8315" extrusionOk="0">
                <a:moveTo>
                  <a:pt x="6004" y="1555"/>
                </a:moveTo>
                <a:cubicBezTo>
                  <a:pt x="7334" y="1555"/>
                  <a:pt x="8598" y="2583"/>
                  <a:pt x="8598" y="4141"/>
                </a:cubicBezTo>
                <a:cubicBezTo>
                  <a:pt x="8598" y="5542"/>
                  <a:pt x="7452" y="6688"/>
                  <a:pt x="6051" y="6752"/>
                </a:cubicBezTo>
                <a:cubicBezTo>
                  <a:pt x="3758" y="6752"/>
                  <a:pt x="2612" y="3950"/>
                  <a:pt x="4204" y="2294"/>
                </a:cubicBezTo>
                <a:cubicBezTo>
                  <a:pt x="4734" y="1784"/>
                  <a:pt x="5377" y="1555"/>
                  <a:pt x="6004" y="1555"/>
                </a:cubicBezTo>
                <a:close/>
                <a:moveTo>
                  <a:pt x="6130" y="1"/>
                </a:moveTo>
                <a:cubicBezTo>
                  <a:pt x="6104" y="1"/>
                  <a:pt x="6077" y="1"/>
                  <a:pt x="6051" y="2"/>
                </a:cubicBezTo>
                <a:cubicBezTo>
                  <a:pt x="4013" y="2"/>
                  <a:pt x="2293" y="1403"/>
                  <a:pt x="1975" y="3377"/>
                </a:cubicBezTo>
                <a:lnTo>
                  <a:pt x="1083" y="3377"/>
                </a:lnTo>
                <a:cubicBezTo>
                  <a:pt x="1" y="3377"/>
                  <a:pt x="1" y="4969"/>
                  <a:pt x="1083" y="4969"/>
                </a:cubicBezTo>
                <a:lnTo>
                  <a:pt x="1975" y="4969"/>
                </a:lnTo>
                <a:cubicBezTo>
                  <a:pt x="2367" y="7090"/>
                  <a:pt x="4189" y="8314"/>
                  <a:pt x="6051" y="8314"/>
                </a:cubicBezTo>
                <a:cubicBezTo>
                  <a:pt x="7208" y="8314"/>
                  <a:pt x="8380" y="7841"/>
                  <a:pt x="9235" y="6816"/>
                </a:cubicBezTo>
                <a:cubicBezTo>
                  <a:pt x="11510" y="4098"/>
                  <a:pt x="9583" y="1"/>
                  <a:pt x="61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0"/>
          <p:cNvSpPr/>
          <p:nvPr/>
        </p:nvSpPr>
        <p:spPr>
          <a:xfrm>
            <a:off x="603918" y="2509753"/>
            <a:ext cx="195607" cy="1401284"/>
          </a:xfrm>
          <a:custGeom>
            <a:avLst/>
            <a:gdLst/>
            <a:ahLst/>
            <a:cxnLst/>
            <a:rect l="l" t="t" r="r" b="b"/>
            <a:pathLst>
              <a:path w="8152" h="58399" extrusionOk="0">
                <a:moveTo>
                  <a:pt x="5859" y="13438"/>
                </a:moveTo>
                <a:lnTo>
                  <a:pt x="6369" y="20634"/>
                </a:lnTo>
                <a:lnTo>
                  <a:pt x="1783" y="20634"/>
                </a:lnTo>
                <a:lnTo>
                  <a:pt x="2293" y="13438"/>
                </a:lnTo>
                <a:close/>
                <a:moveTo>
                  <a:pt x="4076" y="1"/>
                </a:moveTo>
                <a:lnTo>
                  <a:pt x="3376" y="1593"/>
                </a:lnTo>
                <a:cubicBezTo>
                  <a:pt x="2611" y="3312"/>
                  <a:pt x="0" y="8980"/>
                  <a:pt x="0" y="10254"/>
                </a:cubicBezTo>
                <a:cubicBezTo>
                  <a:pt x="64" y="11082"/>
                  <a:pt x="319" y="11909"/>
                  <a:pt x="765" y="12610"/>
                </a:cubicBezTo>
                <a:lnTo>
                  <a:pt x="191" y="20634"/>
                </a:lnTo>
                <a:lnTo>
                  <a:pt x="128" y="20634"/>
                </a:lnTo>
                <a:lnTo>
                  <a:pt x="128" y="21462"/>
                </a:lnTo>
                <a:lnTo>
                  <a:pt x="64" y="22226"/>
                </a:lnTo>
                <a:lnTo>
                  <a:pt x="128" y="22226"/>
                </a:lnTo>
                <a:lnTo>
                  <a:pt x="765" y="58399"/>
                </a:lnTo>
                <a:lnTo>
                  <a:pt x="7388" y="58399"/>
                </a:lnTo>
                <a:lnTo>
                  <a:pt x="8025" y="22163"/>
                </a:lnTo>
                <a:lnTo>
                  <a:pt x="8088" y="22163"/>
                </a:lnTo>
                <a:lnTo>
                  <a:pt x="8025" y="21398"/>
                </a:lnTo>
                <a:lnTo>
                  <a:pt x="8025" y="20571"/>
                </a:lnTo>
                <a:lnTo>
                  <a:pt x="7961" y="20571"/>
                </a:lnTo>
                <a:lnTo>
                  <a:pt x="7388" y="12546"/>
                </a:lnTo>
                <a:cubicBezTo>
                  <a:pt x="7833" y="11846"/>
                  <a:pt x="8088" y="11018"/>
                  <a:pt x="8152" y="10254"/>
                </a:cubicBezTo>
                <a:cubicBezTo>
                  <a:pt x="8152" y="8980"/>
                  <a:pt x="5605" y="3312"/>
                  <a:pt x="4840" y="1593"/>
                </a:cubicBezTo>
                <a:lnTo>
                  <a:pt x="4076" y="1"/>
                </a:ln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0"/>
          <p:cNvSpPr/>
          <p:nvPr/>
        </p:nvSpPr>
        <p:spPr>
          <a:xfrm>
            <a:off x="4890217" y="1713623"/>
            <a:ext cx="779358" cy="716707"/>
          </a:xfrm>
          <a:custGeom>
            <a:avLst/>
            <a:gdLst/>
            <a:ahLst/>
            <a:cxnLst/>
            <a:rect l="l" t="t" r="r" b="b"/>
            <a:pathLst>
              <a:path w="32480" h="29869" extrusionOk="0">
                <a:moveTo>
                  <a:pt x="27258" y="1592"/>
                </a:moveTo>
                <a:cubicBezTo>
                  <a:pt x="29232" y="1592"/>
                  <a:pt x="30888" y="3248"/>
                  <a:pt x="30888" y="5222"/>
                </a:cubicBezTo>
                <a:lnTo>
                  <a:pt x="30888" y="16112"/>
                </a:lnTo>
                <a:cubicBezTo>
                  <a:pt x="30888" y="18086"/>
                  <a:pt x="29232" y="19679"/>
                  <a:pt x="27258" y="19679"/>
                </a:cubicBezTo>
                <a:lnTo>
                  <a:pt x="24328" y="19679"/>
                </a:lnTo>
                <a:lnTo>
                  <a:pt x="18151" y="25856"/>
                </a:lnTo>
                <a:lnTo>
                  <a:pt x="18406" y="19679"/>
                </a:lnTo>
                <a:lnTo>
                  <a:pt x="5223" y="19679"/>
                </a:lnTo>
                <a:cubicBezTo>
                  <a:pt x="3249" y="19679"/>
                  <a:pt x="1593" y="18086"/>
                  <a:pt x="1593" y="16112"/>
                </a:cubicBezTo>
                <a:lnTo>
                  <a:pt x="1593" y="5222"/>
                </a:lnTo>
                <a:cubicBezTo>
                  <a:pt x="1593" y="3248"/>
                  <a:pt x="3249" y="1592"/>
                  <a:pt x="5223" y="1592"/>
                </a:cubicBezTo>
                <a:close/>
                <a:moveTo>
                  <a:pt x="5223" y="0"/>
                </a:moveTo>
                <a:cubicBezTo>
                  <a:pt x="2357" y="0"/>
                  <a:pt x="1" y="2357"/>
                  <a:pt x="1" y="5222"/>
                </a:cubicBezTo>
                <a:lnTo>
                  <a:pt x="1" y="16112"/>
                </a:lnTo>
                <a:cubicBezTo>
                  <a:pt x="1" y="18978"/>
                  <a:pt x="2357" y="21271"/>
                  <a:pt x="5223" y="21271"/>
                </a:cubicBezTo>
                <a:lnTo>
                  <a:pt x="16750" y="21271"/>
                </a:lnTo>
                <a:lnTo>
                  <a:pt x="16431" y="29868"/>
                </a:lnTo>
                <a:lnTo>
                  <a:pt x="25029" y="21271"/>
                </a:lnTo>
                <a:lnTo>
                  <a:pt x="27258" y="21271"/>
                </a:lnTo>
                <a:cubicBezTo>
                  <a:pt x="30187" y="21271"/>
                  <a:pt x="32480" y="18978"/>
                  <a:pt x="32480" y="16112"/>
                </a:cubicBezTo>
                <a:lnTo>
                  <a:pt x="32480" y="5222"/>
                </a:lnTo>
                <a:cubicBezTo>
                  <a:pt x="32480" y="2357"/>
                  <a:pt x="30123" y="0"/>
                  <a:pt x="272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0"/>
          <p:cNvSpPr/>
          <p:nvPr/>
        </p:nvSpPr>
        <p:spPr>
          <a:xfrm>
            <a:off x="-76100" y="827319"/>
            <a:ext cx="932182" cy="716707"/>
          </a:xfrm>
          <a:custGeom>
            <a:avLst/>
            <a:gdLst/>
            <a:ahLst/>
            <a:cxnLst/>
            <a:rect l="l" t="t" r="r" b="b"/>
            <a:pathLst>
              <a:path w="38849" h="29869" extrusionOk="0">
                <a:moveTo>
                  <a:pt x="33626" y="1593"/>
                </a:moveTo>
                <a:cubicBezTo>
                  <a:pt x="35600" y="1593"/>
                  <a:pt x="37256" y="3248"/>
                  <a:pt x="37256" y="5223"/>
                </a:cubicBezTo>
                <a:lnTo>
                  <a:pt x="37256" y="16113"/>
                </a:lnTo>
                <a:cubicBezTo>
                  <a:pt x="37256" y="18087"/>
                  <a:pt x="35600" y="19679"/>
                  <a:pt x="33626" y="19743"/>
                </a:cubicBezTo>
                <a:lnTo>
                  <a:pt x="30697" y="19743"/>
                </a:lnTo>
                <a:lnTo>
                  <a:pt x="24519" y="25856"/>
                </a:lnTo>
                <a:lnTo>
                  <a:pt x="24774" y="19679"/>
                </a:lnTo>
                <a:lnTo>
                  <a:pt x="5223" y="19679"/>
                </a:lnTo>
                <a:cubicBezTo>
                  <a:pt x="3249" y="19679"/>
                  <a:pt x="1593" y="18087"/>
                  <a:pt x="1593" y="16113"/>
                </a:cubicBezTo>
                <a:lnTo>
                  <a:pt x="1593" y="5223"/>
                </a:lnTo>
                <a:cubicBezTo>
                  <a:pt x="1593" y="3248"/>
                  <a:pt x="3249" y="1593"/>
                  <a:pt x="5223" y="1593"/>
                </a:cubicBezTo>
                <a:close/>
                <a:moveTo>
                  <a:pt x="5223" y="1"/>
                </a:moveTo>
                <a:cubicBezTo>
                  <a:pt x="2357" y="1"/>
                  <a:pt x="1" y="2357"/>
                  <a:pt x="1" y="5223"/>
                </a:cubicBezTo>
                <a:lnTo>
                  <a:pt x="1" y="16113"/>
                </a:lnTo>
                <a:cubicBezTo>
                  <a:pt x="1" y="18978"/>
                  <a:pt x="2357" y="21335"/>
                  <a:pt x="5223" y="21335"/>
                </a:cubicBezTo>
                <a:lnTo>
                  <a:pt x="23118" y="21335"/>
                </a:lnTo>
                <a:lnTo>
                  <a:pt x="22800" y="29868"/>
                </a:lnTo>
                <a:lnTo>
                  <a:pt x="31397" y="21335"/>
                </a:lnTo>
                <a:lnTo>
                  <a:pt x="33626" y="21335"/>
                </a:lnTo>
                <a:cubicBezTo>
                  <a:pt x="36556" y="21271"/>
                  <a:pt x="38848" y="18978"/>
                  <a:pt x="38848" y="16113"/>
                </a:cubicBezTo>
                <a:lnTo>
                  <a:pt x="38848" y="5223"/>
                </a:lnTo>
                <a:cubicBezTo>
                  <a:pt x="38848" y="2357"/>
                  <a:pt x="36556" y="1"/>
                  <a:pt x="33626" y="1"/>
                </a:cubicBez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0"/>
          <p:cNvSpPr/>
          <p:nvPr/>
        </p:nvSpPr>
        <p:spPr>
          <a:xfrm>
            <a:off x="4639613" y="2971248"/>
            <a:ext cx="236879" cy="1473101"/>
          </a:xfrm>
          <a:custGeom>
            <a:avLst/>
            <a:gdLst/>
            <a:ahLst/>
            <a:cxnLst/>
            <a:rect l="l" t="t" r="r" b="b"/>
            <a:pathLst>
              <a:path w="9872" h="61392" extrusionOk="0">
                <a:moveTo>
                  <a:pt x="6751" y="16431"/>
                </a:moveTo>
                <a:lnTo>
                  <a:pt x="7261" y="23563"/>
                </a:lnTo>
                <a:lnTo>
                  <a:pt x="2675" y="23563"/>
                </a:lnTo>
                <a:lnTo>
                  <a:pt x="3121" y="16431"/>
                </a:lnTo>
                <a:close/>
                <a:moveTo>
                  <a:pt x="4522" y="0"/>
                </a:moveTo>
                <a:cubicBezTo>
                  <a:pt x="3312" y="2229"/>
                  <a:pt x="1" y="8661"/>
                  <a:pt x="1" y="10890"/>
                </a:cubicBezTo>
                <a:cubicBezTo>
                  <a:pt x="1" y="12482"/>
                  <a:pt x="765" y="13947"/>
                  <a:pt x="1975" y="14902"/>
                </a:cubicBezTo>
                <a:lnTo>
                  <a:pt x="1657" y="14902"/>
                </a:lnTo>
                <a:lnTo>
                  <a:pt x="1020" y="23627"/>
                </a:lnTo>
                <a:lnTo>
                  <a:pt x="956" y="23627"/>
                </a:lnTo>
                <a:lnTo>
                  <a:pt x="956" y="24455"/>
                </a:lnTo>
                <a:lnTo>
                  <a:pt x="956" y="25219"/>
                </a:lnTo>
                <a:lnTo>
                  <a:pt x="1020" y="25219"/>
                </a:lnTo>
                <a:lnTo>
                  <a:pt x="1593" y="61391"/>
                </a:lnTo>
                <a:lnTo>
                  <a:pt x="8216" y="61391"/>
                </a:lnTo>
                <a:lnTo>
                  <a:pt x="8853" y="25219"/>
                </a:lnTo>
                <a:lnTo>
                  <a:pt x="8916" y="25219"/>
                </a:lnTo>
                <a:lnTo>
                  <a:pt x="8853" y="24455"/>
                </a:lnTo>
                <a:lnTo>
                  <a:pt x="8853" y="23627"/>
                </a:lnTo>
                <a:lnTo>
                  <a:pt x="8789" y="23627"/>
                </a:lnTo>
                <a:lnTo>
                  <a:pt x="8216" y="14902"/>
                </a:lnTo>
                <a:lnTo>
                  <a:pt x="7834" y="14902"/>
                </a:lnTo>
                <a:cubicBezTo>
                  <a:pt x="9108" y="13947"/>
                  <a:pt x="9872" y="12482"/>
                  <a:pt x="9872" y="10890"/>
                </a:cubicBezTo>
                <a:cubicBezTo>
                  <a:pt x="9872" y="8661"/>
                  <a:pt x="6560" y="2229"/>
                  <a:pt x="5350" y="0"/>
                </a:cubicBezTo>
                <a:lnTo>
                  <a:pt x="5350" y="9553"/>
                </a:lnTo>
                <a:cubicBezTo>
                  <a:pt x="7261" y="10062"/>
                  <a:pt x="6879" y="12801"/>
                  <a:pt x="4904" y="12801"/>
                </a:cubicBezTo>
                <a:cubicBezTo>
                  <a:pt x="2994" y="12801"/>
                  <a:pt x="2612" y="10062"/>
                  <a:pt x="4522" y="9553"/>
                </a:cubicBezTo>
                <a:lnTo>
                  <a:pt x="45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0"/>
          <p:cNvSpPr/>
          <p:nvPr/>
        </p:nvSpPr>
        <p:spPr>
          <a:xfrm>
            <a:off x="5071020" y="2919947"/>
            <a:ext cx="126382" cy="71193"/>
          </a:xfrm>
          <a:custGeom>
            <a:avLst/>
            <a:gdLst/>
            <a:ahLst/>
            <a:cxnLst/>
            <a:rect l="l" t="t" r="r" b="b"/>
            <a:pathLst>
              <a:path w="5267" h="2967" extrusionOk="0">
                <a:moveTo>
                  <a:pt x="1179" y="1"/>
                </a:moveTo>
                <a:cubicBezTo>
                  <a:pt x="396" y="1"/>
                  <a:pt x="0" y="1235"/>
                  <a:pt x="936" y="1565"/>
                </a:cubicBezTo>
                <a:cubicBezTo>
                  <a:pt x="1891" y="1947"/>
                  <a:pt x="2846" y="2329"/>
                  <a:pt x="3802" y="2839"/>
                </a:cubicBezTo>
                <a:cubicBezTo>
                  <a:pt x="3865" y="2902"/>
                  <a:pt x="3993" y="2966"/>
                  <a:pt x="4120" y="2966"/>
                </a:cubicBezTo>
                <a:cubicBezTo>
                  <a:pt x="4948" y="2966"/>
                  <a:pt x="5266" y="1820"/>
                  <a:pt x="4502" y="1438"/>
                </a:cubicBezTo>
                <a:cubicBezTo>
                  <a:pt x="3547" y="928"/>
                  <a:pt x="2528" y="482"/>
                  <a:pt x="1573" y="100"/>
                </a:cubicBezTo>
                <a:cubicBezTo>
                  <a:pt x="1434" y="31"/>
                  <a:pt x="1302" y="1"/>
                  <a:pt x="117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0"/>
          <p:cNvSpPr/>
          <p:nvPr/>
        </p:nvSpPr>
        <p:spPr>
          <a:xfrm>
            <a:off x="5518286" y="3632911"/>
            <a:ext cx="151288" cy="169645"/>
          </a:xfrm>
          <a:custGeom>
            <a:avLst/>
            <a:gdLst/>
            <a:ahLst/>
            <a:cxnLst/>
            <a:rect l="l" t="t" r="r" b="b"/>
            <a:pathLst>
              <a:path w="6305" h="7070" extrusionOk="0">
                <a:moveTo>
                  <a:pt x="3121" y="0"/>
                </a:moveTo>
                <a:cubicBezTo>
                  <a:pt x="2675" y="0"/>
                  <a:pt x="2293" y="319"/>
                  <a:pt x="2293" y="765"/>
                </a:cubicBezTo>
                <a:lnTo>
                  <a:pt x="0" y="765"/>
                </a:lnTo>
                <a:lnTo>
                  <a:pt x="0" y="7069"/>
                </a:lnTo>
                <a:lnTo>
                  <a:pt x="6305" y="7069"/>
                </a:lnTo>
                <a:lnTo>
                  <a:pt x="6305" y="828"/>
                </a:lnTo>
                <a:lnTo>
                  <a:pt x="3885" y="828"/>
                </a:lnTo>
                <a:lnTo>
                  <a:pt x="3885" y="765"/>
                </a:lnTo>
                <a:cubicBezTo>
                  <a:pt x="3885" y="319"/>
                  <a:pt x="3566" y="0"/>
                  <a:pt x="31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0"/>
          <p:cNvSpPr/>
          <p:nvPr/>
        </p:nvSpPr>
        <p:spPr>
          <a:xfrm>
            <a:off x="5214174" y="2990972"/>
            <a:ext cx="301065" cy="314934"/>
          </a:xfrm>
          <a:custGeom>
            <a:avLst/>
            <a:gdLst/>
            <a:ahLst/>
            <a:cxnLst/>
            <a:rect l="l" t="t" r="r" b="b"/>
            <a:pathLst>
              <a:path w="12547" h="13125" extrusionOk="0">
                <a:moveTo>
                  <a:pt x="920" y="1"/>
                </a:moveTo>
                <a:cubicBezTo>
                  <a:pt x="664" y="1"/>
                  <a:pt x="420" y="141"/>
                  <a:pt x="256" y="388"/>
                </a:cubicBezTo>
                <a:cubicBezTo>
                  <a:pt x="1" y="707"/>
                  <a:pt x="128" y="1216"/>
                  <a:pt x="510" y="1471"/>
                </a:cubicBezTo>
                <a:cubicBezTo>
                  <a:pt x="1338" y="2044"/>
                  <a:pt x="2166" y="2617"/>
                  <a:pt x="2994" y="3318"/>
                </a:cubicBezTo>
                <a:cubicBezTo>
                  <a:pt x="3121" y="3381"/>
                  <a:pt x="3312" y="3445"/>
                  <a:pt x="3504" y="3445"/>
                </a:cubicBezTo>
                <a:lnTo>
                  <a:pt x="3567" y="3445"/>
                </a:lnTo>
                <a:lnTo>
                  <a:pt x="3567" y="9049"/>
                </a:lnTo>
                <a:lnTo>
                  <a:pt x="9490" y="9049"/>
                </a:lnTo>
                <a:cubicBezTo>
                  <a:pt x="9171" y="9304"/>
                  <a:pt x="9108" y="9750"/>
                  <a:pt x="9299" y="10068"/>
                </a:cubicBezTo>
                <a:cubicBezTo>
                  <a:pt x="9936" y="10960"/>
                  <a:pt x="10445" y="11851"/>
                  <a:pt x="10955" y="12743"/>
                </a:cubicBezTo>
                <a:cubicBezTo>
                  <a:pt x="11082" y="12998"/>
                  <a:pt x="11337" y="13125"/>
                  <a:pt x="11655" y="13125"/>
                </a:cubicBezTo>
                <a:cubicBezTo>
                  <a:pt x="11782" y="13125"/>
                  <a:pt x="11910" y="13125"/>
                  <a:pt x="12037" y="12998"/>
                </a:cubicBezTo>
                <a:cubicBezTo>
                  <a:pt x="12419" y="12807"/>
                  <a:pt x="12547" y="12361"/>
                  <a:pt x="12356" y="11915"/>
                </a:cubicBezTo>
                <a:cubicBezTo>
                  <a:pt x="11846" y="11023"/>
                  <a:pt x="11273" y="10068"/>
                  <a:pt x="10636" y="9177"/>
                </a:cubicBezTo>
                <a:cubicBezTo>
                  <a:pt x="10445" y="8922"/>
                  <a:pt x="10190" y="8858"/>
                  <a:pt x="9872" y="8858"/>
                </a:cubicBezTo>
                <a:lnTo>
                  <a:pt x="9872" y="2744"/>
                </a:lnTo>
                <a:lnTo>
                  <a:pt x="4268" y="2744"/>
                </a:lnTo>
                <a:cubicBezTo>
                  <a:pt x="4268" y="2490"/>
                  <a:pt x="4204" y="2235"/>
                  <a:pt x="4013" y="2044"/>
                </a:cubicBezTo>
                <a:cubicBezTo>
                  <a:pt x="3121" y="1407"/>
                  <a:pt x="2230" y="707"/>
                  <a:pt x="1338" y="133"/>
                </a:cubicBezTo>
                <a:cubicBezTo>
                  <a:pt x="1203" y="43"/>
                  <a:pt x="1060" y="1"/>
                  <a:pt x="92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0"/>
          <p:cNvSpPr/>
          <p:nvPr/>
        </p:nvSpPr>
        <p:spPr>
          <a:xfrm>
            <a:off x="4670183" y="2801628"/>
            <a:ext cx="234863" cy="151288"/>
          </a:xfrm>
          <a:custGeom>
            <a:avLst/>
            <a:gdLst/>
            <a:ahLst/>
            <a:cxnLst/>
            <a:rect l="l" t="t" r="r" b="b"/>
            <a:pathLst>
              <a:path w="9788" h="6305" extrusionOk="0">
                <a:moveTo>
                  <a:pt x="0" y="0"/>
                </a:moveTo>
                <a:lnTo>
                  <a:pt x="0" y="6305"/>
                </a:lnTo>
                <a:lnTo>
                  <a:pt x="6305" y="6305"/>
                </a:lnTo>
                <a:lnTo>
                  <a:pt x="6305" y="4140"/>
                </a:lnTo>
                <a:cubicBezTo>
                  <a:pt x="7133" y="4140"/>
                  <a:pt x="7834" y="4203"/>
                  <a:pt x="8598" y="4267"/>
                </a:cubicBezTo>
                <a:lnTo>
                  <a:pt x="8725" y="4267"/>
                </a:lnTo>
                <a:cubicBezTo>
                  <a:pt x="8745" y="4268"/>
                  <a:pt x="8765" y="4269"/>
                  <a:pt x="8784" y="4269"/>
                </a:cubicBezTo>
                <a:cubicBezTo>
                  <a:pt x="9746" y="4269"/>
                  <a:pt x="9788" y="2737"/>
                  <a:pt x="8789" y="2675"/>
                </a:cubicBezTo>
                <a:cubicBezTo>
                  <a:pt x="7961" y="2611"/>
                  <a:pt x="7133" y="2548"/>
                  <a:pt x="6305" y="2548"/>
                </a:cubicBezTo>
                <a:lnTo>
                  <a:pt x="630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0"/>
          <p:cNvSpPr/>
          <p:nvPr/>
        </p:nvSpPr>
        <p:spPr>
          <a:xfrm>
            <a:off x="5551999" y="3481406"/>
            <a:ext cx="56460" cy="113328"/>
          </a:xfrm>
          <a:custGeom>
            <a:avLst/>
            <a:gdLst/>
            <a:ahLst/>
            <a:cxnLst/>
            <a:rect l="l" t="t" r="r" b="b"/>
            <a:pathLst>
              <a:path w="2353" h="4723" extrusionOk="0">
                <a:moveTo>
                  <a:pt x="968" y="1"/>
                </a:moveTo>
                <a:cubicBezTo>
                  <a:pt x="491" y="1"/>
                  <a:pt x="1" y="395"/>
                  <a:pt x="187" y="1029"/>
                </a:cubicBezTo>
                <a:cubicBezTo>
                  <a:pt x="378" y="1984"/>
                  <a:pt x="569" y="3003"/>
                  <a:pt x="697" y="4022"/>
                </a:cubicBezTo>
                <a:cubicBezTo>
                  <a:pt x="760" y="4404"/>
                  <a:pt x="1079" y="4722"/>
                  <a:pt x="1524" y="4722"/>
                </a:cubicBezTo>
                <a:lnTo>
                  <a:pt x="1588" y="4722"/>
                </a:lnTo>
                <a:cubicBezTo>
                  <a:pt x="2034" y="4659"/>
                  <a:pt x="2352" y="4276"/>
                  <a:pt x="2289" y="3831"/>
                </a:cubicBezTo>
                <a:cubicBezTo>
                  <a:pt x="2161" y="2748"/>
                  <a:pt x="1970" y="1729"/>
                  <a:pt x="1716" y="646"/>
                </a:cubicBezTo>
                <a:cubicBezTo>
                  <a:pt x="1636" y="198"/>
                  <a:pt x="1306" y="1"/>
                  <a:pt x="96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0"/>
          <p:cNvSpPr/>
          <p:nvPr/>
        </p:nvSpPr>
        <p:spPr>
          <a:xfrm>
            <a:off x="4934536" y="2875820"/>
            <a:ext cx="116160" cy="57252"/>
          </a:xfrm>
          <a:custGeom>
            <a:avLst/>
            <a:gdLst/>
            <a:ahLst/>
            <a:cxnLst/>
            <a:rect l="l" t="t" r="r" b="b"/>
            <a:pathLst>
              <a:path w="4841" h="2386" extrusionOk="0">
                <a:moveTo>
                  <a:pt x="759" y="0"/>
                </a:moveTo>
                <a:cubicBezTo>
                  <a:pt x="402" y="0"/>
                  <a:pt x="118" y="287"/>
                  <a:pt x="64" y="666"/>
                </a:cubicBezTo>
                <a:cubicBezTo>
                  <a:pt x="1" y="1111"/>
                  <a:pt x="255" y="1557"/>
                  <a:pt x="701" y="1621"/>
                </a:cubicBezTo>
                <a:cubicBezTo>
                  <a:pt x="1720" y="1812"/>
                  <a:pt x="2739" y="2067"/>
                  <a:pt x="3694" y="2385"/>
                </a:cubicBezTo>
                <a:lnTo>
                  <a:pt x="3949" y="2385"/>
                </a:lnTo>
                <a:cubicBezTo>
                  <a:pt x="4268" y="2321"/>
                  <a:pt x="4586" y="2130"/>
                  <a:pt x="4713" y="1812"/>
                </a:cubicBezTo>
                <a:cubicBezTo>
                  <a:pt x="4841" y="1366"/>
                  <a:pt x="4586" y="920"/>
                  <a:pt x="4140" y="793"/>
                </a:cubicBezTo>
                <a:cubicBezTo>
                  <a:pt x="3121" y="475"/>
                  <a:pt x="2102" y="220"/>
                  <a:pt x="956" y="29"/>
                </a:cubicBezTo>
                <a:cubicBezTo>
                  <a:pt x="889" y="10"/>
                  <a:pt x="823" y="0"/>
                  <a:pt x="75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0"/>
          <p:cNvSpPr/>
          <p:nvPr/>
        </p:nvSpPr>
        <p:spPr>
          <a:xfrm>
            <a:off x="5502762" y="3335613"/>
            <a:ext cx="73593" cy="110881"/>
          </a:xfrm>
          <a:custGeom>
            <a:avLst/>
            <a:gdLst/>
            <a:ahLst/>
            <a:cxnLst/>
            <a:rect l="l" t="t" r="r" b="b"/>
            <a:pathLst>
              <a:path w="3067" h="4621" extrusionOk="0">
                <a:moveTo>
                  <a:pt x="1048" y="1"/>
                </a:moveTo>
                <a:cubicBezTo>
                  <a:pt x="518" y="1"/>
                  <a:pt x="0" y="525"/>
                  <a:pt x="329" y="1182"/>
                </a:cubicBezTo>
                <a:cubicBezTo>
                  <a:pt x="711" y="2074"/>
                  <a:pt x="1093" y="3092"/>
                  <a:pt x="1411" y="4048"/>
                </a:cubicBezTo>
                <a:cubicBezTo>
                  <a:pt x="1539" y="4366"/>
                  <a:pt x="1857" y="4621"/>
                  <a:pt x="2175" y="4621"/>
                </a:cubicBezTo>
                <a:cubicBezTo>
                  <a:pt x="2239" y="4621"/>
                  <a:pt x="2366" y="4621"/>
                  <a:pt x="2430" y="4557"/>
                </a:cubicBezTo>
                <a:cubicBezTo>
                  <a:pt x="2812" y="4430"/>
                  <a:pt x="3067" y="3984"/>
                  <a:pt x="2940" y="3538"/>
                </a:cubicBezTo>
                <a:cubicBezTo>
                  <a:pt x="2621" y="2519"/>
                  <a:pt x="2239" y="1500"/>
                  <a:pt x="1793" y="545"/>
                </a:cubicBezTo>
                <a:cubicBezTo>
                  <a:pt x="1635" y="160"/>
                  <a:pt x="1340" y="1"/>
                  <a:pt x="104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0"/>
          <p:cNvSpPr/>
          <p:nvPr/>
        </p:nvSpPr>
        <p:spPr>
          <a:xfrm>
            <a:off x="-603270" y="1987070"/>
            <a:ext cx="215475" cy="415737"/>
          </a:xfrm>
          <a:custGeom>
            <a:avLst/>
            <a:gdLst/>
            <a:ahLst/>
            <a:cxnLst/>
            <a:rect l="l" t="t" r="r" b="b"/>
            <a:pathLst>
              <a:path w="8980" h="17326" extrusionOk="0">
                <a:moveTo>
                  <a:pt x="5509" y="0"/>
                </a:moveTo>
                <a:cubicBezTo>
                  <a:pt x="5187" y="0"/>
                  <a:pt x="4877" y="174"/>
                  <a:pt x="4776" y="577"/>
                </a:cubicBezTo>
                <a:cubicBezTo>
                  <a:pt x="4458" y="1659"/>
                  <a:pt x="4267" y="2742"/>
                  <a:pt x="4076" y="3761"/>
                </a:cubicBezTo>
                <a:cubicBezTo>
                  <a:pt x="4012" y="4079"/>
                  <a:pt x="4076" y="4334"/>
                  <a:pt x="4331" y="4525"/>
                </a:cubicBezTo>
                <a:lnTo>
                  <a:pt x="0" y="8856"/>
                </a:lnTo>
                <a:lnTo>
                  <a:pt x="4012" y="12868"/>
                </a:lnTo>
                <a:cubicBezTo>
                  <a:pt x="3757" y="12995"/>
                  <a:pt x="3694" y="13250"/>
                  <a:pt x="3694" y="13505"/>
                </a:cubicBezTo>
                <a:cubicBezTo>
                  <a:pt x="3821" y="14587"/>
                  <a:pt x="4012" y="15670"/>
                  <a:pt x="4203" y="16689"/>
                </a:cubicBezTo>
                <a:cubicBezTo>
                  <a:pt x="4267" y="17071"/>
                  <a:pt x="4585" y="17326"/>
                  <a:pt x="4967" y="17326"/>
                </a:cubicBezTo>
                <a:lnTo>
                  <a:pt x="5158" y="17326"/>
                </a:lnTo>
                <a:cubicBezTo>
                  <a:pt x="5541" y="17262"/>
                  <a:pt x="5859" y="16816"/>
                  <a:pt x="5732" y="16434"/>
                </a:cubicBezTo>
                <a:cubicBezTo>
                  <a:pt x="5541" y="15415"/>
                  <a:pt x="5413" y="14396"/>
                  <a:pt x="5286" y="13377"/>
                </a:cubicBezTo>
                <a:cubicBezTo>
                  <a:pt x="5222" y="13123"/>
                  <a:pt x="5158" y="12932"/>
                  <a:pt x="4967" y="12804"/>
                </a:cubicBezTo>
                <a:lnTo>
                  <a:pt x="8979" y="8856"/>
                </a:lnTo>
                <a:lnTo>
                  <a:pt x="4776" y="4716"/>
                </a:lnTo>
                <a:lnTo>
                  <a:pt x="4840" y="4716"/>
                </a:lnTo>
                <a:cubicBezTo>
                  <a:pt x="5222" y="4716"/>
                  <a:pt x="5541" y="4462"/>
                  <a:pt x="5668" y="4079"/>
                </a:cubicBezTo>
                <a:cubicBezTo>
                  <a:pt x="5859" y="3061"/>
                  <a:pt x="6050" y="2042"/>
                  <a:pt x="6368" y="1023"/>
                </a:cubicBezTo>
                <a:cubicBezTo>
                  <a:pt x="6522" y="407"/>
                  <a:pt x="6001" y="0"/>
                  <a:pt x="5509" y="0"/>
                </a:cubicBez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0"/>
          <p:cNvSpPr/>
          <p:nvPr/>
        </p:nvSpPr>
        <p:spPr>
          <a:xfrm>
            <a:off x="-431226" y="2580202"/>
            <a:ext cx="87750" cy="103778"/>
          </a:xfrm>
          <a:custGeom>
            <a:avLst/>
            <a:gdLst/>
            <a:ahLst/>
            <a:cxnLst/>
            <a:rect l="l" t="t" r="r" b="b"/>
            <a:pathLst>
              <a:path w="3657" h="4325" extrusionOk="0">
                <a:moveTo>
                  <a:pt x="1064" y="1"/>
                </a:moveTo>
                <a:cubicBezTo>
                  <a:pt x="528" y="1"/>
                  <a:pt x="1" y="559"/>
                  <a:pt x="345" y="1204"/>
                </a:cubicBezTo>
                <a:cubicBezTo>
                  <a:pt x="918" y="2159"/>
                  <a:pt x="1427" y="3051"/>
                  <a:pt x="2064" y="3942"/>
                </a:cubicBezTo>
                <a:cubicBezTo>
                  <a:pt x="2192" y="4197"/>
                  <a:pt x="2446" y="4325"/>
                  <a:pt x="2701" y="4325"/>
                </a:cubicBezTo>
                <a:cubicBezTo>
                  <a:pt x="2892" y="4325"/>
                  <a:pt x="3019" y="4261"/>
                  <a:pt x="3147" y="4197"/>
                </a:cubicBezTo>
                <a:cubicBezTo>
                  <a:pt x="3529" y="3942"/>
                  <a:pt x="3656" y="3433"/>
                  <a:pt x="3402" y="3051"/>
                </a:cubicBezTo>
                <a:cubicBezTo>
                  <a:pt x="2828" y="2223"/>
                  <a:pt x="2255" y="1331"/>
                  <a:pt x="1746" y="440"/>
                </a:cubicBezTo>
                <a:cubicBezTo>
                  <a:pt x="1580" y="130"/>
                  <a:pt x="1321" y="1"/>
                  <a:pt x="1064" y="1"/>
                </a:cubicBez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0"/>
          <p:cNvSpPr/>
          <p:nvPr/>
        </p:nvSpPr>
        <p:spPr>
          <a:xfrm>
            <a:off x="-485623" y="2440191"/>
            <a:ext cx="68794" cy="109321"/>
          </a:xfrm>
          <a:custGeom>
            <a:avLst/>
            <a:gdLst/>
            <a:ahLst/>
            <a:cxnLst/>
            <a:rect l="l" t="t" r="r" b="b"/>
            <a:pathLst>
              <a:path w="2867" h="4556" extrusionOk="0">
                <a:moveTo>
                  <a:pt x="908" y="1"/>
                </a:moveTo>
                <a:cubicBezTo>
                  <a:pt x="839" y="1"/>
                  <a:pt x="769" y="11"/>
                  <a:pt x="701" y="34"/>
                </a:cubicBezTo>
                <a:cubicBezTo>
                  <a:pt x="255" y="161"/>
                  <a:pt x="1" y="607"/>
                  <a:pt x="128" y="989"/>
                </a:cubicBezTo>
                <a:cubicBezTo>
                  <a:pt x="446" y="2072"/>
                  <a:pt x="829" y="3091"/>
                  <a:pt x="1274" y="4046"/>
                </a:cubicBezTo>
                <a:cubicBezTo>
                  <a:pt x="1402" y="4364"/>
                  <a:pt x="1656" y="4555"/>
                  <a:pt x="1975" y="4555"/>
                </a:cubicBezTo>
                <a:cubicBezTo>
                  <a:pt x="2102" y="4555"/>
                  <a:pt x="2230" y="4555"/>
                  <a:pt x="2293" y="4492"/>
                </a:cubicBezTo>
                <a:cubicBezTo>
                  <a:pt x="2675" y="4301"/>
                  <a:pt x="2866" y="3855"/>
                  <a:pt x="2675" y="3473"/>
                </a:cubicBezTo>
                <a:cubicBezTo>
                  <a:pt x="2293" y="2517"/>
                  <a:pt x="1911" y="1499"/>
                  <a:pt x="1656" y="543"/>
                </a:cubicBezTo>
                <a:cubicBezTo>
                  <a:pt x="1552" y="229"/>
                  <a:pt x="1231" y="1"/>
                  <a:pt x="908" y="1"/>
                </a:cubicBez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0"/>
          <p:cNvSpPr/>
          <p:nvPr/>
        </p:nvSpPr>
        <p:spPr>
          <a:xfrm>
            <a:off x="-467290" y="1845187"/>
            <a:ext cx="77552" cy="108361"/>
          </a:xfrm>
          <a:custGeom>
            <a:avLst/>
            <a:gdLst/>
            <a:ahLst/>
            <a:cxnLst/>
            <a:rect l="l" t="t" r="r" b="b"/>
            <a:pathLst>
              <a:path w="3232" h="4516" extrusionOk="0">
                <a:moveTo>
                  <a:pt x="2170" y="1"/>
                </a:moveTo>
                <a:cubicBezTo>
                  <a:pt x="1919" y="1"/>
                  <a:pt x="1674" y="130"/>
                  <a:pt x="1529" y="440"/>
                </a:cubicBezTo>
                <a:cubicBezTo>
                  <a:pt x="1020" y="1395"/>
                  <a:pt x="574" y="2414"/>
                  <a:pt x="192" y="3433"/>
                </a:cubicBezTo>
                <a:cubicBezTo>
                  <a:pt x="1" y="3815"/>
                  <a:pt x="192" y="4325"/>
                  <a:pt x="638" y="4516"/>
                </a:cubicBezTo>
                <a:lnTo>
                  <a:pt x="892" y="4516"/>
                </a:lnTo>
                <a:cubicBezTo>
                  <a:pt x="1211" y="4516"/>
                  <a:pt x="1529" y="4325"/>
                  <a:pt x="1657" y="4006"/>
                </a:cubicBezTo>
                <a:cubicBezTo>
                  <a:pt x="2039" y="3051"/>
                  <a:pt x="2421" y="2096"/>
                  <a:pt x="2930" y="1204"/>
                </a:cubicBezTo>
                <a:cubicBezTo>
                  <a:pt x="3231" y="559"/>
                  <a:pt x="2690" y="1"/>
                  <a:pt x="2170" y="1"/>
                </a:cubicBez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0"/>
          <p:cNvSpPr/>
          <p:nvPr/>
        </p:nvSpPr>
        <p:spPr>
          <a:xfrm>
            <a:off x="-335870" y="1518015"/>
            <a:ext cx="213963" cy="213963"/>
          </a:xfrm>
          <a:custGeom>
            <a:avLst/>
            <a:gdLst/>
            <a:ahLst/>
            <a:cxnLst/>
            <a:rect l="l" t="t" r="r" b="b"/>
            <a:pathLst>
              <a:path w="8917" h="8917" extrusionOk="0">
                <a:moveTo>
                  <a:pt x="4459" y="1"/>
                </a:moveTo>
                <a:lnTo>
                  <a:pt x="1" y="4459"/>
                </a:lnTo>
                <a:lnTo>
                  <a:pt x="1656" y="6114"/>
                </a:lnTo>
                <a:lnTo>
                  <a:pt x="1656" y="6178"/>
                </a:lnTo>
                <a:cubicBezTo>
                  <a:pt x="1338" y="6496"/>
                  <a:pt x="1338" y="7006"/>
                  <a:pt x="1656" y="7324"/>
                </a:cubicBezTo>
                <a:cubicBezTo>
                  <a:pt x="1784" y="7452"/>
                  <a:pt x="1975" y="7515"/>
                  <a:pt x="2230" y="7515"/>
                </a:cubicBezTo>
                <a:cubicBezTo>
                  <a:pt x="2421" y="7515"/>
                  <a:pt x="2612" y="7452"/>
                  <a:pt x="2803" y="7261"/>
                </a:cubicBezTo>
                <a:lnTo>
                  <a:pt x="4459" y="8916"/>
                </a:lnTo>
                <a:lnTo>
                  <a:pt x="8916" y="4459"/>
                </a:lnTo>
                <a:lnTo>
                  <a:pt x="4459" y="1"/>
                </a:ln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0"/>
          <p:cNvSpPr/>
          <p:nvPr/>
        </p:nvSpPr>
        <p:spPr>
          <a:xfrm>
            <a:off x="-398521" y="1717486"/>
            <a:ext cx="87126" cy="100059"/>
          </a:xfrm>
          <a:custGeom>
            <a:avLst/>
            <a:gdLst/>
            <a:ahLst/>
            <a:cxnLst/>
            <a:rect l="l" t="t" r="r" b="b"/>
            <a:pathLst>
              <a:path w="3631" h="4170" extrusionOk="0">
                <a:moveTo>
                  <a:pt x="2782" y="0"/>
                </a:moveTo>
                <a:cubicBezTo>
                  <a:pt x="2549" y="0"/>
                  <a:pt x="2314" y="100"/>
                  <a:pt x="2166" y="285"/>
                </a:cubicBezTo>
                <a:cubicBezTo>
                  <a:pt x="1465" y="1113"/>
                  <a:pt x="829" y="2005"/>
                  <a:pt x="255" y="2960"/>
                </a:cubicBezTo>
                <a:cubicBezTo>
                  <a:pt x="1" y="3342"/>
                  <a:pt x="128" y="3788"/>
                  <a:pt x="510" y="4042"/>
                </a:cubicBezTo>
                <a:cubicBezTo>
                  <a:pt x="637" y="4106"/>
                  <a:pt x="765" y="4170"/>
                  <a:pt x="892" y="4170"/>
                </a:cubicBezTo>
                <a:cubicBezTo>
                  <a:pt x="1211" y="4170"/>
                  <a:pt x="1465" y="4042"/>
                  <a:pt x="1593" y="3788"/>
                </a:cubicBezTo>
                <a:cubicBezTo>
                  <a:pt x="2166" y="2960"/>
                  <a:pt x="2739" y="2068"/>
                  <a:pt x="3376" y="1304"/>
                </a:cubicBezTo>
                <a:cubicBezTo>
                  <a:pt x="3631" y="922"/>
                  <a:pt x="3567" y="412"/>
                  <a:pt x="3249" y="158"/>
                </a:cubicBezTo>
                <a:cubicBezTo>
                  <a:pt x="3116" y="51"/>
                  <a:pt x="2949" y="0"/>
                  <a:pt x="2782" y="0"/>
                </a:cubicBez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0"/>
          <p:cNvSpPr/>
          <p:nvPr/>
        </p:nvSpPr>
        <p:spPr>
          <a:xfrm>
            <a:off x="-347579" y="2705552"/>
            <a:ext cx="222626" cy="225985"/>
          </a:xfrm>
          <a:custGeom>
            <a:avLst/>
            <a:gdLst/>
            <a:ahLst/>
            <a:cxnLst/>
            <a:rect l="l" t="t" r="r" b="b"/>
            <a:pathLst>
              <a:path w="9278" h="9418" extrusionOk="0">
                <a:moveTo>
                  <a:pt x="1102" y="1"/>
                </a:moveTo>
                <a:cubicBezTo>
                  <a:pt x="511" y="1"/>
                  <a:pt x="0" y="732"/>
                  <a:pt x="552" y="1330"/>
                </a:cubicBezTo>
                <a:cubicBezTo>
                  <a:pt x="1062" y="1966"/>
                  <a:pt x="1635" y="2603"/>
                  <a:pt x="2144" y="3176"/>
                </a:cubicBezTo>
                <a:lnTo>
                  <a:pt x="361" y="4959"/>
                </a:lnTo>
                <a:lnTo>
                  <a:pt x="4819" y="9417"/>
                </a:lnTo>
                <a:lnTo>
                  <a:pt x="9277" y="4959"/>
                </a:lnTo>
                <a:lnTo>
                  <a:pt x="4819" y="502"/>
                </a:lnTo>
                <a:lnTo>
                  <a:pt x="3291" y="2094"/>
                </a:lnTo>
                <a:cubicBezTo>
                  <a:pt x="2781" y="1521"/>
                  <a:pt x="2272" y="947"/>
                  <a:pt x="1762" y="374"/>
                </a:cubicBezTo>
                <a:cubicBezTo>
                  <a:pt x="1568" y="109"/>
                  <a:pt x="1329" y="1"/>
                  <a:pt x="1102" y="1"/>
                </a:cubicBez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0"/>
          <p:cNvSpPr/>
          <p:nvPr/>
        </p:nvSpPr>
        <p:spPr>
          <a:xfrm>
            <a:off x="482432" y="4537210"/>
            <a:ext cx="309464" cy="315150"/>
          </a:xfrm>
          <a:custGeom>
            <a:avLst/>
            <a:gdLst/>
            <a:ahLst/>
            <a:cxnLst/>
            <a:rect l="l" t="t" r="r" b="b"/>
            <a:pathLst>
              <a:path w="12897" h="13134" extrusionOk="0">
                <a:moveTo>
                  <a:pt x="1070" y="1"/>
                </a:moveTo>
                <a:cubicBezTo>
                  <a:pt x="523" y="1"/>
                  <a:pt x="0" y="567"/>
                  <a:pt x="351" y="1224"/>
                </a:cubicBezTo>
                <a:cubicBezTo>
                  <a:pt x="860" y="2179"/>
                  <a:pt x="1433" y="3071"/>
                  <a:pt x="2070" y="3963"/>
                </a:cubicBezTo>
                <a:cubicBezTo>
                  <a:pt x="2198" y="4154"/>
                  <a:pt x="2452" y="4281"/>
                  <a:pt x="2707" y="4345"/>
                </a:cubicBezTo>
                <a:lnTo>
                  <a:pt x="2834" y="4345"/>
                </a:lnTo>
                <a:lnTo>
                  <a:pt x="2834" y="10458"/>
                </a:lnTo>
                <a:lnTo>
                  <a:pt x="8439" y="10458"/>
                </a:lnTo>
                <a:cubicBezTo>
                  <a:pt x="8439" y="10713"/>
                  <a:pt x="8502" y="10968"/>
                  <a:pt x="8693" y="11095"/>
                </a:cubicBezTo>
                <a:cubicBezTo>
                  <a:pt x="9585" y="11796"/>
                  <a:pt x="10476" y="12433"/>
                  <a:pt x="11368" y="13006"/>
                </a:cubicBezTo>
                <a:cubicBezTo>
                  <a:pt x="11495" y="13133"/>
                  <a:pt x="11623" y="13133"/>
                  <a:pt x="11814" y="13133"/>
                </a:cubicBezTo>
                <a:cubicBezTo>
                  <a:pt x="12578" y="13133"/>
                  <a:pt x="12896" y="12114"/>
                  <a:pt x="12196" y="11732"/>
                </a:cubicBezTo>
                <a:lnTo>
                  <a:pt x="12196" y="11668"/>
                </a:lnTo>
                <a:cubicBezTo>
                  <a:pt x="11368" y="11095"/>
                  <a:pt x="10540" y="10458"/>
                  <a:pt x="9712" y="9822"/>
                </a:cubicBezTo>
                <a:cubicBezTo>
                  <a:pt x="9572" y="9728"/>
                  <a:pt x="9433" y="9669"/>
                  <a:pt x="9268" y="9669"/>
                </a:cubicBezTo>
                <a:cubicBezTo>
                  <a:pt x="9207" y="9669"/>
                  <a:pt x="9144" y="9677"/>
                  <a:pt x="9075" y="9694"/>
                </a:cubicBezTo>
                <a:lnTo>
                  <a:pt x="9075" y="4090"/>
                </a:lnTo>
                <a:lnTo>
                  <a:pt x="3217" y="4090"/>
                </a:lnTo>
                <a:cubicBezTo>
                  <a:pt x="3535" y="3835"/>
                  <a:pt x="3599" y="3389"/>
                  <a:pt x="3408" y="3071"/>
                </a:cubicBezTo>
                <a:cubicBezTo>
                  <a:pt x="2771" y="2179"/>
                  <a:pt x="2261" y="1288"/>
                  <a:pt x="1752" y="396"/>
                </a:cubicBezTo>
                <a:cubicBezTo>
                  <a:pt x="1573" y="118"/>
                  <a:pt x="1319" y="1"/>
                  <a:pt x="1070" y="1"/>
                </a:cubicBez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0"/>
          <p:cNvSpPr/>
          <p:nvPr/>
        </p:nvSpPr>
        <p:spPr>
          <a:xfrm>
            <a:off x="942920" y="4909037"/>
            <a:ext cx="125566" cy="57924"/>
          </a:xfrm>
          <a:custGeom>
            <a:avLst/>
            <a:gdLst/>
            <a:ahLst/>
            <a:cxnLst/>
            <a:rect l="l" t="t" r="r" b="b"/>
            <a:pathLst>
              <a:path w="5233" h="2414" extrusionOk="0">
                <a:moveTo>
                  <a:pt x="1161" y="0"/>
                </a:moveTo>
                <a:cubicBezTo>
                  <a:pt x="305" y="0"/>
                  <a:pt x="0" y="1357"/>
                  <a:pt x="1029" y="1586"/>
                </a:cubicBezTo>
                <a:cubicBezTo>
                  <a:pt x="2048" y="1904"/>
                  <a:pt x="3131" y="2159"/>
                  <a:pt x="4213" y="2413"/>
                </a:cubicBezTo>
                <a:lnTo>
                  <a:pt x="4341" y="2413"/>
                </a:lnTo>
                <a:cubicBezTo>
                  <a:pt x="4723" y="2413"/>
                  <a:pt x="5041" y="2095"/>
                  <a:pt x="5105" y="1713"/>
                </a:cubicBezTo>
                <a:cubicBezTo>
                  <a:pt x="5232" y="1331"/>
                  <a:pt x="4914" y="885"/>
                  <a:pt x="4468" y="821"/>
                </a:cubicBezTo>
                <a:cubicBezTo>
                  <a:pt x="3449" y="630"/>
                  <a:pt x="2430" y="376"/>
                  <a:pt x="1475" y="57"/>
                </a:cubicBezTo>
                <a:cubicBezTo>
                  <a:pt x="1364" y="18"/>
                  <a:pt x="1259" y="0"/>
                  <a:pt x="1161" y="0"/>
                </a:cubicBez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0"/>
          <p:cNvSpPr/>
          <p:nvPr/>
        </p:nvSpPr>
        <p:spPr>
          <a:xfrm>
            <a:off x="392906" y="4248190"/>
            <a:ext cx="53629" cy="112105"/>
          </a:xfrm>
          <a:custGeom>
            <a:avLst/>
            <a:gdLst/>
            <a:ahLst/>
            <a:cxnLst/>
            <a:rect l="l" t="t" r="r" b="b"/>
            <a:pathLst>
              <a:path w="2235" h="4672" extrusionOk="0">
                <a:moveTo>
                  <a:pt x="875" y="1"/>
                </a:moveTo>
                <a:cubicBezTo>
                  <a:pt x="440" y="1"/>
                  <a:pt x="0" y="326"/>
                  <a:pt x="70" y="915"/>
                </a:cubicBezTo>
                <a:cubicBezTo>
                  <a:pt x="197" y="1933"/>
                  <a:pt x="388" y="3016"/>
                  <a:pt x="643" y="4099"/>
                </a:cubicBezTo>
                <a:cubicBezTo>
                  <a:pt x="706" y="4417"/>
                  <a:pt x="1025" y="4672"/>
                  <a:pt x="1407" y="4672"/>
                </a:cubicBezTo>
                <a:lnTo>
                  <a:pt x="1598" y="4672"/>
                </a:lnTo>
                <a:cubicBezTo>
                  <a:pt x="1980" y="4608"/>
                  <a:pt x="2235" y="4162"/>
                  <a:pt x="2171" y="3780"/>
                </a:cubicBezTo>
                <a:cubicBezTo>
                  <a:pt x="1916" y="2761"/>
                  <a:pt x="1789" y="1742"/>
                  <a:pt x="1662" y="723"/>
                </a:cubicBezTo>
                <a:cubicBezTo>
                  <a:pt x="1604" y="230"/>
                  <a:pt x="1241" y="1"/>
                  <a:pt x="875" y="1"/>
                </a:cubicBez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0"/>
          <p:cNvSpPr/>
          <p:nvPr/>
        </p:nvSpPr>
        <p:spPr>
          <a:xfrm>
            <a:off x="423572" y="4396863"/>
            <a:ext cx="71865" cy="110137"/>
          </a:xfrm>
          <a:custGeom>
            <a:avLst/>
            <a:gdLst/>
            <a:ahLst/>
            <a:cxnLst/>
            <a:rect l="l" t="t" r="r" b="b"/>
            <a:pathLst>
              <a:path w="2995" h="4590" extrusionOk="0">
                <a:moveTo>
                  <a:pt x="965" y="1"/>
                </a:moveTo>
                <a:cubicBezTo>
                  <a:pt x="483" y="1"/>
                  <a:pt x="0" y="407"/>
                  <a:pt x="193" y="1023"/>
                </a:cubicBezTo>
                <a:cubicBezTo>
                  <a:pt x="511" y="2106"/>
                  <a:pt x="893" y="3125"/>
                  <a:pt x="1339" y="4080"/>
                </a:cubicBezTo>
                <a:cubicBezTo>
                  <a:pt x="1466" y="4398"/>
                  <a:pt x="1785" y="4590"/>
                  <a:pt x="2103" y="4590"/>
                </a:cubicBezTo>
                <a:cubicBezTo>
                  <a:pt x="2167" y="4590"/>
                  <a:pt x="2294" y="4526"/>
                  <a:pt x="2422" y="4526"/>
                </a:cubicBezTo>
                <a:cubicBezTo>
                  <a:pt x="2804" y="4335"/>
                  <a:pt x="2995" y="3889"/>
                  <a:pt x="2804" y="3443"/>
                </a:cubicBezTo>
                <a:cubicBezTo>
                  <a:pt x="2422" y="2488"/>
                  <a:pt x="2040" y="1533"/>
                  <a:pt x="1721" y="577"/>
                </a:cubicBezTo>
                <a:cubicBezTo>
                  <a:pt x="1595" y="175"/>
                  <a:pt x="1280" y="1"/>
                  <a:pt x="965" y="1"/>
                </a:cubicBez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0"/>
          <p:cNvSpPr/>
          <p:nvPr/>
        </p:nvSpPr>
        <p:spPr>
          <a:xfrm>
            <a:off x="333447" y="4039386"/>
            <a:ext cx="151288" cy="171156"/>
          </a:xfrm>
          <a:custGeom>
            <a:avLst/>
            <a:gdLst/>
            <a:ahLst/>
            <a:cxnLst/>
            <a:rect l="l" t="t" r="r" b="b"/>
            <a:pathLst>
              <a:path w="6305" h="7133" extrusionOk="0">
                <a:moveTo>
                  <a:pt x="0" y="0"/>
                </a:moveTo>
                <a:lnTo>
                  <a:pt x="0" y="6305"/>
                </a:lnTo>
                <a:lnTo>
                  <a:pt x="2357" y="6305"/>
                </a:lnTo>
                <a:cubicBezTo>
                  <a:pt x="2357" y="6751"/>
                  <a:pt x="2739" y="7133"/>
                  <a:pt x="3184" y="7133"/>
                </a:cubicBezTo>
                <a:cubicBezTo>
                  <a:pt x="3567" y="7133"/>
                  <a:pt x="3949" y="6751"/>
                  <a:pt x="3949" y="6305"/>
                </a:cubicBezTo>
                <a:lnTo>
                  <a:pt x="6305" y="6305"/>
                </a:lnTo>
                <a:lnTo>
                  <a:pt x="6305" y="0"/>
                </a:ln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0"/>
          <p:cNvSpPr/>
          <p:nvPr/>
        </p:nvSpPr>
        <p:spPr>
          <a:xfrm>
            <a:off x="801877" y="4852241"/>
            <a:ext cx="126022" cy="70401"/>
          </a:xfrm>
          <a:custGeom>
            <a:avLst/>
            <a:gdLst/>
            <a:ahLst/>
            <a:cxnLst/>
            <a:rect l="l" t="t" r="r" b="b"/>
            <a:pathLst>
              <a:path w="5252" h="2934" extrusionOk="0">
                <a:moveTo>
                  <a:pt x="1122" y="1"/>
                </a:moveTo>
                <a:cubicBezTo>
                  <a:pt x="404" y="1"/>
                  <a:pt x="0" y="1104"/>
                  <a:pt x="857" y="1533"/>
                </a:cubicBezTo>
                <a:cubicBezTo>
                  <a:pt x="1812" y="2042"/>
                  <a:pt x="2768" y="2488"/>
                  <a:pt x="3787" y="2870"/>
                </a:cubicBezTo>
                <a:cubicBezTo>
                  <a:pt x="3914" y="2934"/>
                  <a:pt x="3978" y="2934"/>
                  <a:pt x="4105" y="2934"/>
                </a:cubicBezTo>
                <a:cubicBezTo>
                  <a:pt x="4997" y="2934"/>
                  <a:pt x="5251" y="1724"/>
                  <a:pt x="4423" y="1405"/>
                </a:cubicBezTo>
                <a:cubicBezTo>
                  <a:pt x="3468" y="1023"/>
                  <a:pt x="2513" y="641"/>
                  <a:pt x="1558" y="131"/>
                </a:cubicBezTo>
                <a:cubicBezTo>
                  <a:pt x="1406" y="40"/>
                  <a:pt x="1258" y="1"/>
                  <a:pt x="1122" y="1"/>
                </a:cubicBez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0"/>
          <p:cNvSpPr/>
          <p:nvPr/>
        </p:nvSpPr>
        <p:spPr>
          <a:xfrm>
            <a:off x="1102079" y="4890537"/>
            <a:ext cx="227713" cy="151288"/>
          </a:xfrm>
          <a:custGeom>
            <a:avLst/>
            <a:gdLst/>
            <a:ahLst/>
            <a:cxnLst/>
            <a:rect l="l" t="t" r="r" b="b"/>
            <a:pathLst>
              <a:path w="9490" h="6305" extrusionOk="0">
                <a:moveTo>
                  <a:pt x="3185" y="0"/>
                </a:moveTo>
                <a:lnTo>
                  <a:pt x="3185" y="2165"/>
                </a:lnTo>
                <a:cubicBezTo>
                  <a:pt x="2420" y="2165"/>
                  <a:pt x="1656" y="2102"/>
                  <a:pt x="892" y="2038"/>
                </a:cubicBezTo>
                <a:cubicBezTo>
                  <a:pt x="854" y="2033"/>
                  <a:pt x="816" y="2030"/>
                  <a:pt x="779" y="2030"/>
                </a:cubicBezTo>
                <a:cubicBezTo>
                  <a:pt x="383" y="2030"/>
                  <a:pt x="64" y="2331"/>
                  <a:pt x="64" y="2739"/>
                </a:cubicBezTo>
                <a:cubicBezTo>
                  <a:pt x="0" y="3184"/>
                  <a:pt x="319" y="3566"/>
                  <a:pt x="765" y="3630"/>
                </a:cubicBezTo>
                <a:cubicBezTo>
                  <a:pt x="1529" y="3694"/>
                  <a:pt x="2357" y="3758"/>
                  <a:pt x="3185" y="3758"/>
                </a:cubicBezTo>
                <a:lnTo>
                  <a:pt x="3185" y="6305"/>
                </a:lnTo>
                <a:lnTo>
                  <a:pt x="9489" y="6305"/>
                </a:lnTo>
                <a:lnTo>
                  <a:pt x="9489" y="0"/>
                </a:ln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0"/>
          <p:cNvSpPr/>
          <p:nvPr/>
        </p:nvSpPr>
        <p:spPr>
          <a:xfrm>
            <a:off x="2642390" y="1643317"/>
            <a:ext cx="230784" cy="230784"/>
          </a:xfrm>
          <a:custGeom>
            <a:avLst/>
            <a:gdLst/>
            <a:ahLst/>
            <a:cxnLst/>
            <a:rect l="l" t="t" r="r" b="b"/>
            <a:pathLst>
              <a:path w="9618" h="9618" extrusionOk="0">
                <a:moveTo>
                  <a:pt x="1" y="1"/>
                </a:moveTo>
                <a:lnTo>
                  <a:pt x="1" y="9617"/>
                </a:lnTo>
                <a:lnTo>
                  <a:pt x="9617" y="9617"/>
                </a:lnTo>
                <a:lnTo>
                  <a:pt x="9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0"/>
          <p:cNvSpPr/>
          <p:nvPr/>
        </p:nvSpPr>
        <p:spPr>
          <a:xfrm>
            <a:off x="3696778" y="588929"/>
            <a:ext cx="230760" cy="230784"/>
          </a:xfrm>
          <a:custGeom>
            <a:avLst/>
            <a:gdLst/>
            <a:ahLst/>
            <a:cxnLst/>
            <a:rect l="l" t="t" r="r" b="b"/>
            <a:pathLst>
              <a:path w="9617" h="9618" extrusionOk="0">
                <a:moveTo>
                  <a:pt x="1" y="1"/>
                </a:moveTo>
                <a:lnTo>
                  <a:pt x="1" y="9617"/>
                </a:lnTo>
                <a:lnTo>
                  <a:pt x="9617" y="9617"/>
                </a:lnTo>
                <a:lnTo>
                  <a:pt x="961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0"/>
          <p:cNvSpPr/>
          <p:nvPr/>
        </p:nvSpPr>
        <p:spPr>
          <a:xfrm>
            <a:off x="4274410" y="588929"/>
            <a:ext cx="230760" cy="230784"/>
          </a:xfrm>
          <a:custGeom>
            <a:avLst/>
            <a:gdLst/>
            <a:ahLst/>
            <a:cxnLst/>
            <a:rect l="l" t="t" r="r" b="b"/>
            <a:pathLst>
              <a:path w="9617" h="9618" extrusionOk="0">
                <a:moveTo>
                  <a:pt x="0" y="1"/>
                </a:moveTo>
                <a:lnTo>
                  <a:pt x="0" y="9617"/>
                </a:lnTo>
                <a:lnTo>
                  <a:pt x="9617" y="9617"/>
                </a:lnTo>
                <a:lnTo>
                  <a:pt x="9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0"/>
          <p:cNvSpPr/>
          <p:nvPr/>
        </p:nvSpPr>
        <p:spPr>
          <a:xfrm>
            <a:off x="817858" y="4066884"/>
            <a:ext cx="453865" cy="583750"/>
          </a:xfrm>
          <a:custGeom>
            <a:avLst/>
            <a:gdLst/>
            <a:ahLst/>
            <a:cxnLst/>
            <a:rect l="l" t="t" r="r" b="b"/>
            <a:pathLst>
              <a:path w="18915" h="24328" extrusionOk="0">
                <a:moveTo>
                  <a:pt x="16494" y="16749"/>
                </a:moveTo>
                <a:lnTo>
                  <a:pt x="12992" y="21207"/>
                </a:lnTo>
                <a:lnTo>
                  <a:pt x="12992" y="16749"/>
                </a:lnTo>
                <a:close/>
                <a:moveTo>
                  <a:pt x="17322" y="1593"/>
                </a:moveTo>
                <a:lnTo>
                  <a:pt x="17322" y="15157"/>
                </a:lnTo>
                <a:lnTo>
                  <a:pt x="12164" y="15157"/>
                </a:lnTo>
                <a:cubicBezTo>
                  <a:pt x="11718" y="15157"/>
                  <a:pt x="11400" y="15476"/>
                  <a:pt x="11400" y="15922"/>
                </a:cubicBezTo>
                <a:lnTo>
                  <a:pt x="11400" y="22672"/>
                </a:lnTo>
                <a:lnTo>
                  <a:pt x="1592" y="22672"/>
                </a:lnTo>
                <a:lnTo>
                  <a:pt x="1592" y="1593"/>
                </a:lnTo>
                <a:close/>
                <a:moveTo>
                  <a:pt x="764" y="1"/>
                </a:moveTo>
                <a:cubicBezTo>
                  <a:pt x="319" y="1"/>
                  <a:pt x="0" y="383"/>
                  <a:pt x="0" y="828"/>
                </a:cubicBezTo>
                <a:lnTo>
                  <a:pt x="0" y="23500"/>
                </a:lnTo>
                <a:cubicBezTo>
                  <a:pt x="0" y="23946"/>
                  <a:pt x="319" y="24328"/>
                  <a:pt x="764" y="24328"/>
                </a:cubicBezTo>
                <a:lnTo>
                  <a:pt x="12164" y="24328"/>
                </a:lnTo>
                <a:cubicBezTo>
                  <a:pt x="12291" y="24328"/>
                  <a:pt x="12418" y="24264"/>
                  <a:pt x="12482" y="24200"/>
                </a:cubicBezTo>
                <a:cubicBezTo>
                  <a:pt x="12610" y="24137"/>
                  <a:pt x="12737" y="24073"/>
                  <a:pt x="12801" y="24009"/>
                </a:cubicBezTo>
                <a:lnTo>
                  <a:pt x="18787" y="16431"/>
                </a:lnTo>
                <a:cubicBezTo>
                  <a:pt x="18787" y="16367"/>
                  <a:pt x="18851" y="16304"/>
                  <a:pt x="18851" y="16240"/>
                </a:cubicBezTo>
                <a:lnTo>
                  <a:pt x="18851" y="16176"/>
                </a:lnTo>
                <a:cubicBezTo>
                  <a:pt x="18914" y="16113"/>
                  <a:pt x="18914" y="16049"/>
                  <a:pt x="18851" y="15985"/>
                </a:cubicBezTo>
                <a:lnTo>
                  <a:pt x="18914" y="828"/>
                </a:lnTo>
                <a:cubicBezTo>
                  <a:pt x="18914" y="383"/>
                  <a:pt x="18596" y="1"/>
                  <a:pt x="18150" y="1"/>
                </a:cubicBez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0"/>
          <p:cNvSpPr/>
          <p:nvPr/>
        </p:nvSpPr>
        <p:spPr>
          <a:xfrm>
            <a:off x="912590" y="4164688"/>
            <a:ext cx="268960" cy="38224"/>
          </a:xfrm>
          <a:custGeom>
            <a:avLst/>
            <a:gdLst/>
            <a:ahLst/>
            <a:cxnLst/>
            <a:rect l="l" t="t" r="r" b="b"/>
            <a:pathLst>
              <a:path w="11209" h="1593" extrusionOk="0">
                <a:moveTo>
                  <a:pt x="1" y="0"/>
                </a:moveTo>
                <a:lnTo>
                  <a:pt x="1" y="1592"/>
                </a:lnTo>
                <a:lnTo>
                  <a:pt x="11209" y="1592"/>
                </a:lnTo>
                <a:lnTo>
                  <a:pt x="11209" y="0"/>
                </a:ln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0"/>
          <p:cNvSpPr/>
          <p:nvPr/>
        </p:nvSpPr>
        <p:spPr>
          <a:xfrm>
            <a:off x="912590" y="4238040"/>
            <a:ext cx="268960" cy="38224"/>
          </a:xfrm>
          <a:custGeom>
            <a:avLst/>
            <a:gdLst/>
            <a:ahLst/>
            <a:cxnLst/>
            <a:rect l="l" t="t" r="r" b="b"/>
            <a:pathLst>
              <a:path w="11209" h="1593" extrusionOk="0">
                <a:moveTo>
                  <a:pt x="1" y="0"/>
                </a:moveTo>
                <a:lnTo>
                  <a:pt x="1" y="1592"/>
                </a:lnTo>
                <a:lnTo>
                  <a:pt x="11209" y="1592"/>
                </a:lnTo>
                <a:lnTo>
                  <a:pt x="11209" y="0"/>
                </a:ln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0"/>
          <p:cNvSpPr/>
          <p:nvPr/>
        </p:nvSpPr>
        <p:spPr>
          <a:xfrm>
            <a:off x="912590" y="4311369"/>
            <a:ext cx="212428" cy="38248"/>
          </a:xfrm>
          <a:custGeom>
            <a:avLst/>
            <a:gdLst/>
            <a:ahLst/>
            <a:cxnLst/>
            <a:rect l="l" t="t" r="r" b="b"/>
            <a:pathLst>
              <a:path w="8853" h="1594" extrusionOk="0">
                <a:moveTo>
                  <a:pt x="1" y="1"/>
                </a:moveTo>
                <a:lnTo>
                  <a:pt x="1" y="1593"/>
                </a:lnTo>
                <a:lnTo>
                  <a:pt x="8853" y="1593"/>
                </a:lnTo>
                <a:lnTo>
                  <a:pt x="8853" y="1"/>
                </a:ln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0"/>
          <p:cNvSpPr/>
          <p:nvPr/>
        </p:nvSpPr>
        <p:spPr>
          <a:xfrm>
            <a:off x="5270730" y="2384451"/>
            <a:ext cx="385096" cy="427903"/>
          </a:xfrm>
          <a:custGeom>
            <a:avLst/>
            <a:gdLst/>
            <a:ahLst/>
            <a:cxnLst/>
            <a:rect l="l" t="t" r="r" b="b"/>
            <a:pathLst>
              <a:path w="16049" h="17833" extrusionOk="0">
                <a:moveTo>
                  <a:pt x="8024" y="2166"/>
                </a:moveTo>
                <a:lnTo>
                  <a:pt x="14456" y="8216"/>
                </a:lnTo>
                <a:lnTo>
                  <a:pt x="14456" y="16240"/>
                </a:lnTo>
                <a:lnTo>
                  <a:pt x="11081" y="16240"/>
                </a:lnTo>
                <a:lnTo>
                  <a:pt x="11081" y="9872"/>
                </a:lnTo>
                <a:lnTo>
                  <a:pt x="4968" y="9872"/>
                </a:lnTo>
                <a:lnTo>
                  <a:pt x="4968" y="16240"/>
                </a:lnTo>
                <a:lnTo>
                  <a:pt x="1592" y="16240"/>
                </a:lnTo>
                <a:lnTo>
                  <a:pt x="1592" y="8216"/>
                </a:lnTo>
                <a:lnTo>
                  <a:pt x="8024" y="2166"/>
                </a:lnTo>
                <a:close/>
                <a:moveTo>
                  <a:pt x="8024" y="1"/>
                </a:moveTo>
                <a:lnTo>
                  <a:pt x="0" y="7515"/>
                </a:lnTo>
                <a:lnTo>
                  <a:pt x="0" y="17832"/>
                </a:lnTo>
                <a:lnTo>
                  <a:pt x="6560" y="17832"/>
                </a:lnTo>
                <a:lnTo>
                  <a:pt x="6560" y="11464"/>
                </a:lnTo>
                <a:lnTo>
                  <a:pt x="9489" y="11464"/>
                </a:lnTo>
                <a:lnTo>
                  <a:pt x="9489" y="17832"/>
                </a:lnTo>
                <a:lnTo>
                  <a:pt x="16049" y="17832"/>
                </a:lnTo>
                <a:lnTo>
                  <a:pt x="16049" y="7515"/>
                </a:lnTo>
                <a:lnTo>
                  <a:pt x="80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0"/>
          <p:cNvSpPr/>
          <p:nvPr/>
        </p:nvSpPr>
        <p:spPr>
          <a:xfrm>
            <a:off x="2650044" y="153948"/>
            <a:ext cx="504279" cy="431958"/>
          </a:xfrm>
          <a:custGeom>
            <a:avLst/>
            <a:gdLst/>
            <a:ahLst/>
            <a:cxnLst/>
            <a:rect l="l" t="t" r="r" b="b"/>
            <a:pathLst>
              <a:path w="21016" h="18002" extrusionOk="0">
                <a:moveTo>
                  <a:pt x="8980" y="1635"/>
                </a:moveTo>
                <a:cubicBezTo>
                  <a:pt x="15603" y="1635"/>
                  <a:pt x="18851" y="9595"/>
                  <a:pt x="14202" y="14244"/>
                </a:cubicBezTo>
                <a:cubicBezTo>
                  <a:pt x="12701" y="15745"/>
                  <a:pt x="10855" y="16416"/>
                  <a:pt x="9043" y="16416"/>
                </a:cubicBezTo>
                <a:cubicBezTo>
                  <a:pt x="5242" y="16416"/>
                  <a:pt x="1592" y="13464"/>
                  <a:pt x="1592" y="9022"/>
                </a:cubicBezTo>
                <a:cubicBezTo>
                  <a:pt x="1592" y="4883"/>
                  <a:pt x="4904" y="1635"/>
                  <a:pt x="8980" y="1635"/>
                </a:cubicBezTo>
                <a:close/>
                <a:moveTo>
                  <a:pt x="9054" y="0"/>
                </a:moveTo>
                <a:cubicBezTo>
                  <a:pt x="4432" y="0"/>
                  <a:pt x="0" y="3593"/>
                  <a:pt x="0" y="9022"/>
                </a:cubicBezTo>
                <a:cubicBezTo>
                  <a:pt x="0" y="13926"/>
                  <a:pt x="4012" y="18001"/>
                  <a:pt x="8980" y="18001"/>
                </a:cubicBezTo>
                <a:cubicBezTo>
                  <a:pt x="17004" y="18001"/>
                  <a:pt x="21016" y="8322"/>
                  <a:pt x="15348" y="2654"/>
                </a:cubicBezTo>
                <a:cubicBezTo>
                  <a:pt x="13515" y="821"/>
                  <a:pt x="11263" y="0"/>
                  <a:pt x="9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0"/>
          <p:cNvSpPr/>
          <p:nvPr/>
        </p:nvSpPr>
        <p:spPr>
          <a:xfrm>
            <a:off x="2795214" y="232891"/>
            <a:ext cx="97804" cy="226177"/>
          </a:xfrm>
          <a:custGeom>
            <a:avLst/>
            <a:gdLst/>
            <a:ahLst/>
            <a:cxnLst/>
            <a:rect l="l" t="t" r="r" b="b"/>
            <a:pathLst>
              <a:path w="4076" h="9426" extrusionOk="0">
                <a:moveTo>
                  <a:pt x="2484" y="1"/>
                </a:moveTo>
                <a:lnTo>
                  <a:pt x="2484" y="5668"/>
                </a:lnTo>
                <a:lnTo>
                  <a:pt x="0" y="8279"/>
                </a:lnTo>
                <a:lnTo>
                  <a:pt x="1146" y="9426"/>
                </a:lnTo>
                <a:lnTo>
                  <a:pt x="4076" y="6305"/>
                </a:lnTo>
                <a:lnTo>
                  <a:pt x="40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0"/>
          <p:cNvSpPr/>
          <p:nvPr/>
        </p:nvSpPr>
        <p:spPr>
          <a:xfrm>
            <a:off x="218823" y="2430305"/>
            <a:ext cx="165062" cy="166573"/>
          </a:xfrm>
          <a:custGeom>
            <a:avLst/>
            <a:gdLst/>
            <a:ahLst/>
            <a:cxnLst/>
            <a:rect l="l" t="t" r="r" b="b"/>
            <a:pathLst>
              <a:path w="6879" h="6942" extrusionOk="0">
                <a:moveTo>
                  <a:pt x="2612" y="0"/>
                </a:moveTo>
                <a:lnTo>
                  <a:pt x="2612" y="2675"/>
                </a:lnTo>
                <a:lnTo>
                  <a:pt x="1" y="2675"/>
                </a:lnTo>
                <a:lnTo>
                  <a:pt x="1" y="4267"/>
                </a:lnTo>
                <a:lnTo>
                  <a:pt x="2612" y="4267"/>
                </a:lnTo>
                <a:lnTo>
                  <a:pt x="2612" y="6942"/>
                </a:lnTo>
                <a:lnTo>
                  <a:pt x="4204" y="6942"/>
                </a:lnTo>
                <a:lnTo>
                  <a:pt x="4204" y="4267"/>
                </a:lnTo>
                <a:lnTo>
                  <a:pt x="6879" y="4267"/>
                </a:lnTo>
                <a:lnTo>
                  <a:pt x="6879" y="2675"/>
                </a:lnTo>
                <a:lnTo>
                  <a:pt x="4204" y="2675"/>
                </a:lnTo>
                <a:lnTo>
                  <a:pt x="4204" y="0"/>
                </a:ln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0"/>
          <p:cNvSpPr/>
          <p:nvPr/>
        </p:nvSpPr>
        <p:spPr>
          <a:xfrm>
            <a:off x="822441" y="1446198"/>
            <a:ext cx="145194" cy="145194"/>
          </a:xfrm>
          <a:custGeom>
            <a:avLst/>
            <a:gdLst/>
            <a:ahLst/>
            <a:cxnLst/>
            <a:rect l="l" t="t" r="r" b="b"/>
            <a:pathLst>
              <a:path w="6051" h="6051" extrusionOk="0">
                <a:moveTo>
                  <a:pt x="1146" y="1"/>
                </a:moveTo>
                <a:lnTo>
                  <a:pt x="0" y="1147"/>
                </a:lnTo>
                <a:lnTo>
                  <a:pt x="1911" y="3057"/>
                </a:lnTo>
                <a:lnTo>
                  <a:pt x="0" y="4904"/>
                </a:lnTo>
                <a:lnTo>
                  <a:pt x="1146" y="6051"/>
                </a:lnTo>
                <a:lnTo>
                  <a:pt x="3057" y="4140"/>
                </a:lnTo>
                <a:lnTo>
                  <a:pt x="4904" y="6051"/>
                </a:lnTo>
                <a:lnTo>
                  <a:pt x="6050" y="4904"/>
                </a:lnTo>
                <a:lnTo>
                  <a:pt x="4140" y="3057"/>
                </a:lnTo>
                <a:lnTo>
                  <a:pt x="6050" y="1147"/>
                </a:lnTo>
                <a:lnTo>
                  <a:pt x="4904" y="1"/>
                </a:lnTo>
                <a:lnTo>
                  <a:pt x="3057" y="1911"/>
                </a:lnTo>
                <a:lnTo>
                  <a:pt x="1146" y="1"/>
                </a:ln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0"/>
          <p:cNvSpPr/>
          <p:nvPr/>
        </p:nvSpPr>
        <p:spPr>
          <a:xfrm>
            <a:off x="5247791" y="266508"/>
            <a:ext cx="143682" cy="145194"/>
          </a:xfrm>
          <a:custGeom>
            <a:avLst/>
            <a:gdLst/>
            <a:ahLst/>
            <a:cxnLst/>
            <a:rect l="l" t="t" r="r" b="b"/>
            <a:pathLst>
              <a:path w="5988" h="6051" extrusionOk="0">
                <a:moveTo>
                  <a:pt x="1084" y="1"/>
                </a:moveTo>
                <a:lnTo>
                  <a:pt x="1" y="1147"/>
                </a:lnTo>
                <a:lnTo>
                  <a:pt x="1848" y="3057"/>
                </a:lnTo>
                <a:lnTo>
                  <a:pt x="1" y="4904"/>
                </a:lnTo>
                <a:lnTo>
                  <a:pt x="1084" y="6051"/>
                </a:lnTo>
                <a:lnTo>
                  <a:pt x="2994" y="4140"/>
                </a:lnTo>
                <a:lnTo>
                  <a:pt x="4905" y="6051"/>
                </a:lnTo>
                <a:lnTo>
                  <a:pt x="5987" y="4904"/>
                </a:lnTo>
                <a:lnTo>
                  <a:pt x="4140" y="3057"/>
                </a:lnTo>
                <a:lnTo>
                  <a:pt x="5987" y="1147"/>
                </a:lnTo>
                <a:lnTo>
                  <a:pt x="4905" y="1"/>
                </a:lnTo>
                <a:lnTo>
                  <a:pt x="2994" y="1911"/>
                </a:lnTo>
                <a:lnTo>
                  <a:pt x="108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0"/>
          <p:cNvSpPr/>
          <p:nvPr/>
        </p:nvSpPr>
        <p:spPr>
          <a:xfrm>
            <a:off x="218823" y="2699241"/>
            <a:ext cx="165062" cy="166573"/>
          </a:xfrm>
          <a:custGeom>
            <a:avLst/>
            <a:gdLst/>
            <a:ahLst/>
            <a:cxnLst/>
            <a:rect l="l" t="t" r="r" b="b"/>
            <a:pathLst>
              <a:path w="6879" h="6942" extrusionOk="0">
                <a:moveTo>
                  <a:pt x="2612" y="0"/>
                </a:moveTo>
                <a:lnTo>
                  <a:pt x="2612" y="2675"/>
                </a:lnTo>
                <a:lnTo>
                  <a:pt x="1" y="2675"/>
                </a:lnTo>
                <a:lnTo>
                  <a:pt x="1" y="4267"/>
                </a:lnTo>
                <a:lnTo>
                  <a:pt x="2612" y="4267"/>
                </a:lnTo>
                <a:lnTo>
                  <a:pt x="2612" y="6942"/>
                </a:lnTo>
                <a:lnTo>
                  <a:pt x="4204" y="6942"/>
                </a:lnTo>
                <a:lnTo>
                  <a:pt x="4204" y="4267"/>
                </a:lnTo>
                <a:lnTo>
                  <a:pt x="6879" y="4267"/>
                </a:lnTo>
                <a:lnTo>
                  <a:pt x="6879" y="2675"/>
                </a:lnTo>
                <a:lnTo>
                  <a:pt x="4204" y="2675"/>
                </a:lnTo>
                <a:lnTo>
                  <a:pt x="4204" y="0"/>
                </a:ln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0"/>
          <p:cNvSpPr/>
          <p:nvPr/>
        </p:nvSpPr>
        <p:spPr>
          <a:xfrm>
            <a:off x="1481032" y="1435496"/>
            <a:ext cx="165062" cy="166597"/>
          </a:xfrm>
          <a:custGeom>
            <a:avLst/>
            <a:gdLst/>
            <a:ahLst/>
            <a:cxnLst/>
            <a:rect l="l" t="t" r="r" b="b"/>
            <a:pathLst>
              <a:path w="6879" h="6943" extrusionOk="0">
                <a:moveTo>
                  <a:pt x="2612" y="1"/>
                </a:moveTo>
                <a:lnTo>
                  <a:pt x="2612" y="2676"/>
                </a:lnTo>
                <a:lnTo>
                  <a:pt x="1" y="2676"/>
                </a:lnTo>
                <a:lnTo>
                  <a:pt x="1" y="4268"/>
                </a:lnTo>
                <a:lnTo>
                  <a:pt x="2612" y="4268"/>
                </a:lnTo>
                <a:lnTo>
                  <a:pt x="2612" y="6942"/>
                </a:lnTo>
                <a:lnTo>
                  <a:pt x="4204" y="6942"/>
                </a:lnTo>
                <a:lnTo>
                  <a:pt x="4204" y="4268"/>
                </a:lnTo>
                <a:lnTo>
                  <a:pt x="6879" y="4268"/>
                </a:lnTo>
                <a:lnTo>
                  <a:pt x="6879" y="2676"/>
                </a:lnTo>
                <a:lnTo>
                  <a:pt x="4204" y="2676"/>
                </a:lnTo>
                <a:lnTo>
                  <a:pt x="42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0"/>
          <p:cNvSpPr/>
          <p:nvPr/>
        </p:nvSpPr>
        <p:spPr>
          <a:xfrm>
            <a:off x="2161050" y="1453829"/>
            <a:ext cx="1453233" cy="129933"/>
          </a:xfrm>
          <a:custGeom>
            <a:avLst/>
            <a:gdLst/>
            <a:ahLst/>
            <a:cxnLst/>
            <a:rect l="l" t="t" r="r" b="b"/>
            <a:pathLst>
              <a:path w="60564" h="5415" extrusionOk="0">
                <a:moveTo>
                  <a:pt x="55851" y="1"/>
                </a:moveTo>
                <a:lnTo>
                  <a:pt x="55851" y="1912"/>
                </a:lnTo>
                <a:lnTo>
                  <a:pt x="1083" y="1912"/>
                </a:lnTo>
                <a:cubicBezTo>
                  <a:pt x="0" y="1912"/>
                  <a:pt x="0" y="3504"/>
                  <a:pt x="1083" y="3504"/>
                </a:cubicBezTo>
                <a:lnTo>
                  <a:pt x="55851" y="3504"/>
                </a:lnTo>
                <a:lnTo>
                  <a:pt x="55851" y="5414"/>
                </a:lnTo>
                <a:lnTo>
                  <a:pt x="60564" y="2676"/>
                </a:lnTo>
                <a:lnTo>
                  <a:pt x="558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0"/>
          <p:cNvSpPr/>
          <p:nvPr/>
        </p:nvSpPr>
        <p:spPr>
          <a:xfrm>
            <a:off x="463332" y="158003"/>
            <a:ext cx="2017116" cy="591405"/>
          </a:xfrm>
          <a:custGeom>
            <a:avLst/>
            <a:gdLst/>
            <a:ahLst/>
            <a:cxnLst/>
            <a:rect l="l" t="t" r="r" b="b"/>
            <a:pathLst>
              <a:path w="84064" h="24647" extrusionOk="0">
                <a:moveTo>
                  <a:pt x="23563" y="1"/>
                </a:moveTo>
                <a:lnTo>
                  <a:pt x="23563" y="2357"/>
                </a:lnTo>
                <a:lnTo>
                  <a:pt x="7897" y="2357"/>
                </a:lnTo>
                <a:cubicBezTo>
                  <a:pt x="3503" y="2357"/>
                  <a:pt x="0" y="5860"/>
                  <a:pt x="0" y="10254"/>
                </a:cubicBezTo>
                <a:lnTo>
                  <a:pt x="0" y="23882"/>
                </a:lnTo>
                <a:cubicBezTo>
                  <a:pt x="0" y="24265"/>
                  <a:pt x="383" y="24647"/>
                  <a:pt x="828" y="24647"/>
                </a:cubicBezTo>
                <a:cubicBezTo>
                  <a:pt x="1274" y="24647"/>
                  <a:pt x="1593" y="24265"/>
                  <a:pt x="1593" y="23882"/>
                </a:cubicBezTo>
                <a:lnTo>
                  <a:pt x="1593" y="10190"/>
                </a:lnTo>
                <a:cubicBezTo>
                  <a:pt x="1593" y="6751"/>
                  <a:pt x="4395" y="3949"/>
                  <a:pt x="7897" y="3949"/>
                </a:cubicBezTo>
                <a:lnTo>
                  <a:pt x="23563" y="3949"/>
                </a:lnTo>
                <a:lnTo>
                  <a:pt x="23563" y="6369"/>
                </a:lnTo>
                <a:lnTo>
                  <a:pt x="29868" y="6369"/>
                </a:lnTo>
                <a:lnTo>
                  <a:pt x="29868" y="3949"/>
                </a:lnTo>
                <a:lnTo>
                  <a:pt x="79414" y="3949"/>
                </a:lnTo>
                <a:lnTo>
                  <a:pt x="79414" y="5860"/>
                </a:lnTo>
                <a:lnTo>
                  <a:pt x="84063" y="3185"/>
                </a:lnTo>
                <a:lnTo>
                  <a:pt x="79414" y="447"/>
                </a:lnTo>
                <a:lnTo>
                  <a:pt x="79414" y="2357"/>
                </a:lnTo>
                <a:lnTo>
                  <a:pt x="29868" y="2357"/>
                </a:lnTo>
                <a:lnTo>
                  <a:pt x="2986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0"/>
          <p:cNvSpPr/>
          <p:nvPr/>
        </p:nvSpPr>
        <p:spPr>
          <a:xfrm>
            <a:off x="4757285" y="532397"/>
            <a:ext cx="809903" cy="1066626"/>
          </a:xfrm>
          <a:custGeom>
            <a:avLst/>
            <a:gdLst/>
            <a:ahLst/>
            <a:cxnLst/>
            <a:rect l="l" t="t" r="r" b="b"/>
            <a:pathLst>
              <a:path w="33753" h="44452" extrusionOk="0">
                <a:moveTo>
                  <a:pt x="0" y="1"/>
                </a:moveTo>
                <a:lnTo>
                  <a:pt x="0" y="6305"/>
                </a:lnTo>
                <a:lnTo>
                  <a:pt x="6305" y="6305"/>
                </a:lnTo>
                <a:lnTo>
                  <a:pt x="6305" y="3885"/>
                </a:lnTo>
                <a:lnTo>
                  <a:pt x="24264" y="3885"/>
                </a:lnTo>
                <a:cubicBezTo>
                  <a:pt x="27576" y="3885"/>
                  <a:pt x="30250" y="6560"/>
                  <a:pt x="30314" y="9935"/>
                </a:cubicBezTo>
                <a:lnTo>
                  <a:pt x="30314" y="39803"/>
                </a:lnTo>
                <a:lnTo>
                  <a:pt x="28403" y="39803"/>
                </a:lnTo>
                <a:lnTo>
                  <a:pt x="31078" y="44452"/>
                </a:lnTo>
                <a:lnTo>
                  <a:pt x="33753" y="39803"/>
                </a:lnTo>
                <a:lnTo>
                  <a:pt x="31906" y="39803"/>
                </a:lnTo>
                <a:lnTo>
                  <a:pt x="31906" y="9935"/>
                </a:lnTo>
                <a:cubicBezTo>
                  <a:pt x="31842" y="5796"/>
                  <a:pt x="28467" y="2357"/>
                  <a:pt x="24264" y="2357"/>
                </a:cubicBezTo>
                <a:lnTo>
                  <a:pt x="6305" y="2357"/>
                </a:lnTo>
                <a:lnTo>
                  <a:pt x="63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0"/>
          <p:cNvSpPr/>
          <p:nvPr/>
        </p:nvSpPr>
        <p:spPr>
          <a:xfrm>
            <a:off x="55321" y="481959"/>
            <a:ext cx="129909" cy="302217"/>
          </a:xfrm>
          <a:custGeom>
            <a:avLst/>
            <a:gdLst/>
            <a:ahLst/>
            <a:cxnLst/>
            <a:rect l="l" t="t" r="r" b="b"/>
            <a:pathLst>
              <a:path w="5414" h="12595" extrusionOk="0">
                <a:moveTo>
                  <a:pt x="2676" y="1"/>
                </a:moveTo>
                <a:lnTo>
                  <a:pt x="1" y="4714"/>
                </a:lnTo>
                <a:lnTo>
                  <a:pt x="1911" y="4714"/>
                </a:lnTo>
                <a:lnTo>
                  <a:pt x="1911" y="11783"/>
                </a:lnTo>
                <a:cubicBezTo>
                  <a:pt x="1911" y="12324"/>
                  <a:pt x="2309" y="12594"/>
                  <a:pt x="2707" y="12594"/>
                </a:cubicBezTo>
                <a:cubicBezTo>
                  <a:pt x="3105" y="12594"/>
                  <a:pt x="3503" y="12324"/>
                  <a:pt x="3503" y="11783"/>
                </a:cubicBezTo>
                <a:lnTo>
                  <a:pt x="3503" y="4714"/>
                </a:lnTo>
                <a:lnTo>
                  <a:pt x="5414" y="4714"/>
                </a:lnTo>
                <a:lnTo>
                  <a:pt x="2676" y="1"/>
                </a:ln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0"/>
          <p:cNvSpPr/>
          <p:nvPr/>
        </p:nvSpPr>
        <p:spPr>
          <a:xfrm>
            <a:off x="878973" y="3597758"/>
            <a:ext cx="129909" cy="302577"/>
          </a:xfrm>
          <a:custGeom>
            <a:avLst/>
            <a:gdLst/>
            <a:ahLst/>
            <a:cxnLst/>
            <a:rect l="l" t="t" r="r" b="b"/>
            <a:pathLst>
              <a:path w="5414" h="12610" extrusionOk="0">
                <a:moveTo>
                  <a:pt x="2739" y="1"/>
                </a:moveTo>
                <a:cubicBezTo>
                  <a:pt x="2293" y="1"/>
                  <a:pt x="1911" y="383"/>
                  <a:pt x="1911" y="828"/>
                </a:cubicBezTo>
                <a:lnTo>
                  <a:pt x="1911" y="7897"/>
                </a:lnTo>
                <a:lnTo>
                  <a:pt x="0" y="7897"/>
                </a:lnTo>
                <a:lnTo>
                  <a:pt x="2739" y="12610"/>
                </a:lnTo>
                <a:lnTo>
                  <a:pt x="5414" y="7897"/>
                </a:lnTo>
                <a:lnTo>
                  <a:pt x="3503" y="7897"/>
                </a:lnTo>
                <a:lnTo>
                  <a:pt x="3503" y="828"/>
                </a:lnTo>
                <a:cubicBezTo>
                  <a:pt x="3503" y="383"/>
                  <a:pt x="3121" y="1"/>
                  <a:pt x="2739" y="1"/>
                </a:cubicBez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0"/>
          <p:cNvSpPr/>
          <p:nvPr/>
        </p:nvSpPr>
        <p:spPr>
          <a:xfrm>
            <a:off x="237179" y="481959"/>
            <a:ext cx="128373" cy="302217"/>
          </a:xfrm>
          <a:custGeom>
            <a:avLst/>
            <a:gdLst/>
            <a:ahLst/>
            <a:cxnLst/>
            <a:rect l="l" t="t" r="r" b="b"/>
            <a:pathLst>
              <a:path w="5350" h="12595" extrusionOk="0">
                <a:moveTo>
                  <a:pt x="2675" y="1"/>
                </a:moveTo>
                <a:lnTo>
                  <a:pt x="0" y="4714"/>
                </a:lnTo>
                <a:lnTo>
                  <a:pt x="1911" y="4714"/>
                </a:lnTo>
                <a:lnTo>
                  <a:pt x="1847" y="11783"/>
                </a:lnTo>
                <a:cubicBezTo>
                  <a:pt x="1847" y="12324"/>
                  <a:pt x="2245" y="12594"/>
                  <a:pt x="2643" y="12594"/>
                </a:cubicBezTo>
                <a:cubicBezTo>
                  <a:pt x="3041" y="12594"/>
                  <a:pt x="3439" y="12324"/>
                  <a:pt x="3439" y="11783"/>
                </a:cubicBezTo>
                <a:lnTo>
                  <a:pt x="3439" y="4714"/>
                </a:lnTo>
                <a:lnTo>
                  <a:pt x="5350" y="4714"/>
                </a:lnTo>
                <a:lnTo>
                  <a:pt x="2675" y="1"/>
                </a:ln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0"/>
          <p:cNvSpPr/>
          <p:nvPr/>
        </p:nvSpPr>
        <p:spPr>
          <a:xfrm>
            <a:off x="878973" y="1941311"/>
            <a:ext cx="129909" cy="1601450"/>
          </a:xfrm>
          <a:custGeom>
            <a:avLst/>
            <a:gdLst/>
            <a:ahLst/>
            <a:cxnLst/>
            <a:rect l="l" t="t" r="r" b="b"/>
            <a:pathLst>
              <a:path w="5414" h="66741" extrusionOk="0">
                <a:moveTo>
                  <a:pt x="2739" y="0"/>
                </a:moveTo>
                <a:lnTo>
                  <a:pt x="0" y="4649"/>
                </a:lnTo>
                <a:lnTo>
                  <a:pt x="1911" y="4649"/>
                </a:lnTo>
                <a:lnTo>
                  <a:pt x="1911" y="65977"/>
                </a:lnTo>
                <a:cubicBezTo>
                  <a:pt x="1911" y="66486"/>
                  <a:pt x="2309" y="66741"/>
                  <a:pt x="2707" y="66741"/>
                </a:cubicBezTo>
                <a:cubicBezTo>
                  <a:pt x="3105" y="66741"/>
                  <a:pt x="3503" y="66486"/>
                  <a:pt x="3503" y="65977"/>
                </a:cubicBezTo>
                <a:lnTo>
                  <a:pt x="3503" y="4649"/>
                </a:lnTo>
                <a:lnTo>
                  <a:pt x="5414" y="4649"/>
                </a:lnTo>
                <a:lnTo>
                  <a:pt x="2739" y="0"/>
                </a:ln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0"/>
          <p:cNvSpPr/>
          <p:nvPr/>
        </p:nvSpPr>
        <p:spPr>
          <a:xfrm>
            <a:off x="4520430" y="4536010"/>
            <a:ext cx="1005510" cy="152824"/>
          </a:xfrm>
          <a:custGeom>
            <a:avLst/>
            <a:gdLst/>
            <a:ahLst/>
            <a:cxnLst/>
            <a:rect l="l" t="t" r="r" b="b"/>
            <a:pathLst>
              <a:path w="41905" h="6369" extrusionOk="0">
                <a:moveTo>
                  <a:pt x="25092" y="1"/>
                </a:moveTo>
                <a:lnTo>
                  <a:pt x="25092" y="2357"/>
                </a:lnTo>
                <a:lnTo>
                  <a:pt x="1019" y="2357"/>
                </a:lnTo>
                <a:cubicBezTo>
                  <a:pt x="0" y="2357"/>
                  <a:pt x="0" y="3949"/>
                  <a:pt x="1019" y="3949"/>
                </a:cubicBezTo>
                <a:lnTo>
                  <a:pt x="25092" y="3949"/>
                </a:lnTo>
                <a:lnTo>
                  <a:pt x="25092" y="6369"/>
                </a:lnTo>
                <a:lnTo>
                  <a:pt x="31397" y="6369"/>
                </a:lnTo>
                <a:lnTo>
                  <a:pt x="31397" y="3949"/>
                </a:lnTo>
                <a:lnTo>
                  <a:pt x="37256" y="3949"/>
                </a:lnTo>
                <a:lnTo>
                  <a:pt x="37256" y="5859"/>
                </a:lnTo>
                <a:lnTo>
                  <a:pt x="41904" y="3185"/>
                </a:lnTo>
                <a:lnTo>
                  <a:pt x="37256" y="446"/>
                </a:lnTo>
                <a:lnTo>
                  <a:pt x="37256" y="2357"/>
                </a:lnTo>
                <a:lnTo>
                  <a:pt x="31397" y="2357"/>
                </a:lnTo>
                <a:lnTo>
                  <a:pt x="3139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0"/>
          <p:cNvSpPr/>
          <p:nvPr/>
        </p:nvSpPr>
        <p:spPr>
          <a:xfrm>
            <a:off x="1479976" y="4665895"/>
            <a:ext cx="1180770" cy="378017"/>
          </a:xfrm>
          <a:custGeom>
            <a:avLst/>
            <a:gdLst/>
            <a:ahLst/>
            <a:cxnLst/>
            <a:rect l="l" t="t" r="r" b="b"/>
            <a:pathLst>
              <a:path w="49209" h="15754" extrusionOk="0">
                <a:moveTo>
                  <a:pt x="46534" y="1"/>
                </a:moveTo>
                <a:lnTo>
                  <a:pt x="43796" y="4650"/>
                </a:lnTo>
                <a:lnTo>
                  <a:pt x="45706" y="4650"/>
                </a:lnTo>
                <a:lnTo>
                  <a:pt x="45706" y="8725"/>
                </a:lnTo>
                <a:cubicBezTo>
                  <a:pt x="45706" y="10381"/>
                  <a:pt x="44369" y="11719"/>
                  <a:pt x="42713" y="11719"/>
                </a:cubicBezTo>
                <a:lnTo>
                  <a:pt x="32651" y="11719"/>
                </a:lnTo>
                <a:lnTo>
                  <a:pt x="32651" y="9235"/>
                </a:lnTo>
                <a:lnTo>
                  <a:pt x="26346" y="9235"/>
                </a:lnTo>
                <a:lnTo>
                  <a:pt x="26346" y="11719"/>
                </a:lnTo>
                <a:lnTo>
                  <a:pt x="6859" y="11719"/>
                </a:lnTo>
                <a:cubicBezTo>
                  <a:pt x="6497" y="9847"/>
                  <a:pt x="5018" y="8948"/>
                  <a:pt x="3536" y="8948"/>
                </a:cubicBezTo>
                <a:cubicBezTo>
                  <a:pt x="1892" y="8948"/>
                  <a:pt x="243" y="10054"/>
                  <a:pt x="109" y="12164"/>
                </a:cubicBezTo>
                <a:cubicBezTo>
                  <a:pt x="0" y="14441"/>
                  <a:pt x="1778" y="15754"/>
                  <a:pt x="3558" y="15754"/>
                </a:cubicBezTo>
                <a:cubicBezTo>
                  <a:pt x="4915" y="15754"/>
                  <a:pt x="6272" y="14991"/>
                  <a:pt x="6795" y="13311"/>
                </a:cubicBezTo>
                <a:lnTo>
                  <a:pt x="26346" y="13311"/>
                </a:lnTo>
                <a:lnTo>
                  <a:pt x="26346" y="15540"/>
                </a:lnTo>
                <a:lnTo>
                  <a:pt x="32651" y="15540"/>
                </a:lnTo>
                <a:lnTo>
                  <a:pt x="32651" y="13311"/>
                </a:lnTo>
                <a:lnTo>
                  <a:pt x="42650" y="13311"/>
                </a:lnTo>
                <a:cubicBezTo>
                  <a:pt x="45261" y="13311"/>
                  <a:pt x="47298" y="11273"/>
                  <a:pt x="47298" y="8725"/>
                </a:cubicBezTo>
                <a:lnTo>
                  <a:pt x="47298" y="4650"/>
                </a:lnTo>
                <a:lnTo>
                  <a:pt x="49209" y="4650"/>
                </a:lnTo>
                <a:lnTo>
                  <a:pt x="465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0"/>
          <p:cNvSpPr/>
          <p:nvPr/>
        </p:nvSpPr>
        <p:spPr>
          <a:xfrm>
            <a:off x="-45530" y="2564773"/>
            <a:ext cx="189513" cy="161270"/>
          </a:xfrm>
          <a:custGeom>
            <a:avLst/>
            <a:gdLst/>
            <a:ahLst/>
            <a:cxnLst/>
            <a:rect l="l" t="t" r="r" b="b"/>
            <a:pathLst>
              <a:path w="7898" h="6721" extrusionOk="0">
                <a:moveTo>
                  <a:pt x="4522" y="0"/>
                </a:moveTo>
                <a:cubicBezTo>
                  <a:pt x="1465" y="0"/>
                  <a:pt x="1" y="3630"/>
                  <a:pt x="2102" y="5732"/>
                </a:cubicBezTo>
                <a:cubicBezTo>
                  <a:pt x="2805" y="6414"/>
                  <a:pt x="3663" y="6721"/>
                  <a:pt x="4501" y="6721"/>
                </a:cubicBezTo>
                <a:cubicBezTo>
                  <a:pt x="6242" y="6721"/>
                  <a:pt x="7897" y="5396"/>
                  <a:pt x="7897" y="3375"/>
                </a:cubicBezTo>
                <a:cubicBezTo>
                  <a:pt x="7897" y="1465"/>
                  <a:pt x="6369" y="0"/>
                  <a:pt x="4522" y="0"/>
                </a:cubicBez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0"/>
          <p:cNvSpPr/>
          <p:nvPr/>
        </p:nvSpPr>
        <p:spPr>
          <a:xfrm>
            <a:off x="-5795" y="1615819"/>
            <a:ext cx="594452" cy="129909"/>
          </a:xfrm>
          <a:custGeom>
            <a:avLst/>
            <a:gdLst/>
            <a:ahLst/>
            <a:cxnLst/>
            <a:rect l="l" t="t" r="r" b="b"/>
            <a:pathLst>
              <a:path w="24774" h="5414" extrusionOk="0">
                <a:moveTo>
                  <a:pt x="4713" y="0"/>
                </a:moveTo>
                <a:lnTo>
                  <a:pt x="0" y="2739"/>
                </a:lnTo>
                <a:lnTo>
                  <a:pt x="4713" y="5414"/>
                </a:lnTo>
                <a:lnTo>
                  <a:pt x="4713" y="3503"/>
                </a:lnTo>
                <a:lnTo>
                  <a:pt x="23946" y="3503"/>
                </a:lnTo>
                <a:cubicBezTo>
                  <a:pt x="24391" y="3503"/>
                  <a:pt x="24774" y="3185"/>
                  <a:pt x="24774" y="2739"/>
                </a:cubicBezTo>
                <a:cubicBezTo>
                  <a:pt x="24774" y="2293"/>
                  <a:pt x="24391" y="1911"/>
                  <a:pt x="23946" y="1911"/>
                </a:cubicBezTo>
                <a:lnTo>
                  <a:pt x="4713" y="1911"/>
                </a:lnTo>
                <a:lnTo>
                  <a:pt x="4713" y="0"/>
                </a:ln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0"/>
          <p:cNvSpPr/>
          <p:nvPr/>
        </p:nvSpPr>
        <p:spPr>
          <a:xfrm>
            <a:off x="5000258" y="3380771"/>
            <a:ext cx="169645" cy="437069"/>
          </a:xfrm>
          <a:custGeom>
            <a:avLst/>
            <a:gdLst/>
            <a:ahLst/>
            <a:cxnLst/>
            <a:rect l="l" t="t" r="r" b="b"/>
            <a:pathLst>
              <a:path w="7070" h="18215" extrusionOk="0">
                <a:moveTo>
                  <a:pt x="0" y="0"/>
                </a:moveTo>
                <a:cubicBezTo>
                  <a:pt x="0" y="2866"/>
                  <a:pt x="1911" y="4777"/>
                  <a:pt x="3503" y="6305"/>
                </a:cubicBezTo>
                <a:cubicBezTo>
                  <a:pt x="4522" y="7324"/>
                  <a:pt x="5413" y="8279"/>
                  <a:pt x="5541" y="9107"/>
                </a:cubicBezTo>
                <a:cubicBezTo>
                  <a:pt x="5413" y="9935"/>
                  <a:pt x="4522" y="10890"/>
                  <a:pt x="3503" y="11846"/>
                </a:cubicBezTo>
                <a:cubicBezTo>
                  <a:pt x="1911" y="13438"/>
                  <a:pt x="0" y="15348"/>
                  <a:pt x="0" y="18214"/>
                </a:cubicBezTo>
                <a:lnTo>
                  <a:pt x="1592" y="18214"/>
                </a:lnTo>
                <a:cubicBezTo>
                  <a:pt x="1592" y="16049"/>
                  <a:pt x="3121" y="14520"/>
                  <a:pt x="4585" y="13056"/>
                </a:cubicBezTo>
                <a:cubicBezTo>
                  <a:pt x="5859" y="11846"/>
                  <a:pt x="7005" y="10636"/>
                  <a:pt x="7069" y="9235"/>
                </a:cubicBezTo>
                <a:lnTo>
                  <a:pt x="7069" y="9107"/>
                </a:lnTo>
                <a:lnTo>
                  <a:pt x="7069" y="9044"/>
                </a:lnTo>
                <a:cubicBezTo>
                  <a:pt x="7005" y="7579"/>
                  <a:pt x="5859" y="6433"/>
                  <a:pt x="4585" y="5223"/>
                </a:cubicBezTo>
                <a:cubicBezTo>
                  <a:pt x="3121" y="3694"/>
                  <a:pt x="1592" y="2166"/>
                  <a:pt x="15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0"/>
          <p:cNvSpPr/>
          <p:nvPr/>
        </p:nvSpPr>
        <p:spPr>
          <a:xfrm>
            <a:off x="5186675" y="3379235"/>
            <a:ext cx="171180" cy="438605"/>
          </a:xfrm>
          <a:custGeom>
            <a:avLst/>
            <a:gdLst/>
            <a:ahLst/>
            <a:cxnLst/>
            <a:rect l="l" t="t" r="r" b="b"/>
            <a:pathLst>
              <a:path w="7134" h="18279" extrusionOk="0">
                <a:moveTo>
                  <a:pt x="5541" y="1"/>
                </a:moveTo>
                <a:cubicBezTo>
                  <a:pt x="5541" y="2230"/>
                  <a:pt x="4013" y="3758"/>
                  <a:pt x="2484" y="5223"/>
                </a:cubicBezTo>
                <a:cubicBezTo>
                  <a:pt x="1274" y="6433"/>
                  <a:pt x="128" y="7643"/>
                  <a:pt x="1" y="9044"/>
                </a:cubicBezTo>
                <a:lnTo>
                  <a:pt x="1" y="9171"/>
                </a:lnTo>
                <a:lnTo>
                  <a:pt x="1" y="9235"/>
                </a:lnTo>
                <a:cubicBezTo>
                  <a:pt x="128" y="10700"/>
                  <a:pt x="1274" y="11846"/>
                  <a:pt x="2484" y="13056"/>
                </a:cubicBezTo>
                <a:cubicBezTo>
                  <a:pt x="4013" y="14521"/>
                  <a:pt x="5541" y="16113"/>
                  <a:pt x="5541" y="18278"/>
                </a:cubicBezTo>
                <a:lnTo>
                  <a:pt x="7133" y="18278"/>
                </a:lnTo>
                <a:cubicBezTo>
                  <a:pt x="7133" y="15412"/>
                  <a:pt x="5159" y="13502"/>
                  <a:pt x="3631" y="11910"/>
                </a:cubicBezTo>
                <a:cubicBezTo>
                  <a:pt x="2612" y="10891"/>
                  <a:pt x="1656" y="9935"/>
                  <a:pt x="1593" y="9108"/>
                </a:cubicBezTo>
                <a:cubicBezTo>
                  <a:pt x="1656" y="8280"/>
                  <a:pt x="2612" y="7388"/>
                  <a:pt x="3631" y="6369"/>
                </a:cubicBezTo>
                <a:cubicBezTo>
                  <a:pt x="5223" y="4777"/>
                  <a:pt x="7133" y="2867"/>
                  <a:pt x="71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0"/>
          <p:cNvSpPr/>
          <p:nvPr/>
        </p:nvSpPr>
        <p:spPr>
          <a:xfrm>
            <a:off x="5090407" y="3467873"/>
            <a:ext cx="177275" cy="111577"/>
          </a:xfrm>
          <a:custGeom>
            <a:avLst/>
            <a:gdLst/>
            <a:ahLst/>
            <a:cxnLst/>
            <a:rect l="l" t="t" r="r" b="b"/>
            <a:pathLst>
              <a:path w="7388" h="4650" extrusionOk="0">
                <a:moveTo>
                  <a:pt x="1" y="0"/>
                </a:moveTo>
                <a:cubicBezTo>
                  <a:pt x="574" y="637"/>
                  <a:pt x="1274" y="1338"/>
                  <a:pt x="1975" y="1975"/>
                </a:cubicBezTo>
                <a:cubicBezTo>
                  <a:pt x="2548" y="2548"/>
                  <a:pt x="3057" y="3248"/>
                  <a:pt x="3439" y="4013"/>
                </a:cubicBezTo>
                <a:cubicBezTo>
                  <a:pt x="3567" y="4204"/>
                  <a:pt x="3630" y="4458"/>
                  <a:pt x="3694" y="4649"/>
                </a:cubicBezTo>
                <a:cubicBezTo>
                  <a:pt x="3694" y="4586"/>
                  <a:pt x="3758" y="4458"/>
                  <a:pt x="3758" y="4395"/>
                </a:cubicBezTo>
                <a:cubicBezTo>
                  <a:pt x="3885" y="4013"/>
                  <a:pt x="4076" y="3694"/>
                  <a:pt x="4267" y="3376"/>
                </a:cubicBezTo>
                <a:cubicBezTo>
                  <a:pt x="4713" y="2803"/>
                  <a:pt x="5159" y="2229"/>
                  <a:pt x="5668" y="1720"/>
                </a:cubicBezTo>
                <a:cubicBezTo>
                  <a:pt x="6242" y="1147"/>
                  <a:pt x="6878" y="574"/>
                  <a:pt x="73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0"/>
          <p:cNvSpPr/>
          <p:nvPr/>
        </p:nvSpPr>
        <p:spPr>
          <a:xfrm>
            <a:off x="5179045" y="3617626"/>
            <a:ext cx="24" cy="24"/>
          </a:xfrm>
          <a:custGeom>
            <a:avLst/>
            <a:gdLst/>
            <a:ahLst/>
            <a:cxnLst/>
            <a:rect l="l" t="t" r="r" b="b"/>
            <a:pathLst>
              <a:path w="1" h="1" extrusionOk="0">
                <a:moveTo>
                  <a:pt x="0" y="0"/>
                </a:move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0"/>
          <p:cNvSpPr/>
          <p:nvPr/>
        </p:nvSpPr>
        <p:spPr>
          <a:xfrm>
            <a:off x="4962058" y="3330334"/>
            <a:ext cx="429415" cy="38224"/>
          </a:xfrm>
          <a:custGeom>
            <a:avLst/>
            <a:gdLst/>
            <a:ahLst/>
            <a:cxnLst/>
            <a:rect l="l" t="t" r="r" b="b"/>
            <a:pathLst>
              <a:path w="17896" h="1593" extrusionOk="0">
                <a:moveTo>
                  <a:pt x="0" y="1"/>
                </a:moveTo>
                <a:lnTo>
                  <a:pt x="0" y="1593"/>
                </a:lnTo>
                <a:lnTo>
                  <a:pt x="17895" y="1593"/>
                </a:lnTo>
                <a:lnTo>
                  <a:pt x="1789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0"/>
          <p:cNvSpPr/>
          <p:nvPr/>
        </p:nvSpPr>
        <p:spPr>
          <a:xfrm>
            <a:off x="4962058" y="3830030"/>
            <a:ext cx="429415" cy="38224"/>
          </a:xfrm>
          <a:custGeom>
            <a:avLst/>
            <a:gdLst/>
            <a:ahLst/>
            <a:cxnLst/>
            <a:rect l="l" t="t" r="r" b="b"/>
            <a:pathLst>
              <a:path w="17896" h="1593" extrusionOk="0">
                <a:moveTo>
                  <a:pt x="0" y="1"/>
                </a:moveTo>
                <a:lnTo>
                  <a:pt x="0" y="1593"/>
                </a:lnTo>
                <a:lnTo>
                  <a:pt x="17895" y="1593"/>
                </a:lnTo>
                <a:lnTo>
                  <a:pt x="1789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0"/>
          <p:cNvSpPr/>
          <p:nvPr/>
        </p:nvSpPr>
        <p:spPr>
          <a:xfrm>
            <a:off x="5084289" y="1883243"/>
            <a:ext cx="117647" cy="169645"/>
          </a:xfrm>
          <a:custGeom>
            <a:avLst/>
            <a:gdLst/>
            <a:ahLst/>
            <a:cxnLst/>
            <a:rect l="l" t="t" r="r" b="b"/>
            <a:pathLst>
              <a:path w="4903" h="7070" extrusionOk="0">
                <a:moveTo>
                  <a:pt x="2357" y="1274"/>
                </a:moveTo>
                <a:cubicBezTo>
                  <a:pt x="2930" y="1274"/>
                  <a:pt x="3312" y="1720"/>
                  <a:pt x="3312" y="2293"/>
                </a:cubicBezTo>
                <a:cubicBezTo>
                  <a:pt x="3312" y="2802"/>
                  <a:pt x="2930" y="3312"/>
                  <a:pt x="2357" y="3312"/>
                </a:cubicBezTo>
                <a:lnTo>
                  <a:pt x="1593" y="3312"/>
                </a:lnTo>
                <a:lnTo>
                  <a:pt x="1593" y="1274"/>
                </a:lnTo>
                <a:close/>
                <a:moveTo>
                  <a:pt x="1" y="0"/>
                </a:moveTo>
                <a:lnTo>
                  <a:pt x="1" y="7069"/>
                </a:lnTo>
                <a:lnTo>
                  <a:pt x="1593" y="7069"/>
                </a:lnTo>
                <a:lnTo>
                  <a:pt x="1593" y="4522"/>
                </a:lnTo>
                <a:lnTo>
                  <a:pt x="2675" y="4522"/>
                </a:lnTo>
                <a:cubicBezTo>
                  <a:pt x="2710" y="4524"/>
                  <a:pt x="2743" y="4524"/>
                  <a:pt x="2777" y="4524"/>
                </a:cubicBezTo>
                <a:cubicBezTo>
                  <a:pt x="3942" y="4524"/>
                  <a:pt x="4903" y="3469"/>
                  <a:pt x="4841" y="2293"/>
                </a:cubicBezTo>
                <a:cubicBezTo>
                  <a:pt x="4841" y="1019"/>
                  <a:pt x="3885" y="0"/>
                  <a:pt x="26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0"/>
          <p:cNvSpPr/>
          <p:nvPr/>
        </p:nvSpPr>
        <p:spPr>
          <a:xfrm>
            <a:off x="5217245" y="1883243"/>
            <a:ext cx="132956" cy="169645"/>
          </a:xfrm>
          <a:custGeom>
            <a:avLst/>
            <a:gdLst/>
            <a:ahLst/>
            <a:cxnLst/>
            <a:rect l="l" t="t" r="r" b="b"/>
            <a:pathLst>
              <a:path w="5541" h="7070" extrusionOk="0">
                <a:moveTo>
                  <a:pt x="0" y="0"/>
                </a:moveTo>
                <a:lnTo>
                  <a:pt x="0" y="7069"/>
                </a:lnTo>
                <a:lnTo>
                  <a:pt x="1592" y="7069"/>
                </a:lnTo>
                <a:lnTo>
                  <a:pt x="1592" y="4267"/>
                </a:lnTo>
                <a:lnTo>
                  <a:pt x="3885" y="4267"/>
                </a:lnTo>
                <a:lnTo>
                  <a:pt x="3885" y="7069"/>
                </a:lnTo>
                <a:lnTo>
                  <a:pt x="5541" y="7069"/>
                </a:lnTo>
                <a:lnTo>
                  <a:pt x="5541" y="0"/>
                </a:lnTo>
                <a:lnTo>
                  <a:pt x="3885" y="0"/>
                </a:lnTo>
                <a:lnTo>
                  <a:pt x="3885" y="2802"/>
                </a:lnTo>
                <a:lnTo>
                  <a:pt x="1592" y="2802"/>
                </a:lnTo>
                <a:lnTo>
                  <a:pt x="15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0"/>
          <p:cNvSpPr/>
          <p:nvPr/>
        </p:nvSpPr>
        <p:spPr>
          <a:xfrm>
            <a:off x="5380747" y="1883243"/>
            <a:ext cx="116160" cy="169645"/>
          </a:xfrm>
          <a:custGeom>
            <a:avLst/>
            <a:gdLst/>
            <a:ahLst/>
            <a:cxnLst/>
            <a:rect l="l" t="t" r="r" b="b"/>
            <a:pathLst>
              <a:path w="4841" h="7070" extrusionOk="0">
                <a:moveTo>
                  <a:pt x="2357" y="1274"/>
                </a:moveTo>
                <a:cubicBezTo>
                  <a:pt x="2930" y="1274"/>
                  <a:pt x="3312" y="1720"/>
                  <a:pt x="3312" y="2293"/>
                </a:cubicBezTo>
                <a:cubicBezTo>
                  <a:pt x="3312" y="2802"/>
                  <a:pt x="2930" y="3312"/>
                  <a:pt x="2357" y="3312"/>
                </a:cubicBezTo>
                <a:lnTo>
                  <a:pt x="1529" y="3312"/>
                </a:lnTo>
                <a:lnTo>
                  <a:pt x="1529" y="1274"/>
                </a:lnTo>
                <a:close/>
                <a:moveTo>
                  <a:pt x="0" y="0"/>
                </a:moveTo>
                <a:lnTo>
                  <a:pt x="0" y="7069"/>
                </a:lnTo>
                <a:lnTo>
                  <a:pt x="1529" y="7069"/>
                </a:lnTo>
                <a:lnTo>
                  <a:pt x="1529" y="4522"/>
                </a:lnTo>
                <a:lnTo>
                  <a:pt x="2612" y="4522"/>
                </a:lnTo>
                <a:cubicBezTo>
                  <a:pt x="2647" y="4524"/>
                  <a:pt x="2683" y="4524"/>
                  <a:pt x="2718" y="4524"/>
                </a:cubicBezTo>
                <a:cubicBezTo>
                  <a:pt x="3938" y="4524"/>
                  <a:pt x="4839" y="3469"/>
                  <a:pt x="4777" y="2293"/>
                </a:cubicBezTo>
                <a:cubicBezTo>
                  <a:pt x="4840" y="1083"/>
                  <a:pt x="3822" y="64"/>
                  <a:pt x="26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0"/>
          <p:cNvSpPr/>
          <p:nvPr/>
        </p:nvSpPr>
        <p:spPr>
          <a:xfrm>
            <a:off x="788824" y="481959"/>
            <a:ext cx="88638" cy="171180"/>
          </a:xfrm>
          <a:custGeom>
            <a:avLst/>
            <a:gdLst/>
            <a:ahLst/>
            <a:cxnLst/>
            <a:rect l="l" t="t" r="r" b="b"/>
            <a:pathLst>
              <a:path w="3694" h="7134" extrusionOk="0">
                <a:moveTo>
                  <a:pt x="2102" y="1"/>
                </a:moveTo>
                <a:lnTo>
                  <a:pt x="2102" y="4268"/>
                </a:lnTo>
                <a:cubicBezTo>
                  <a:pt x="2102" y="5032"/>
                  <a:pt x="2102" y="5669"/>
                  <a:pt x="955" y="5669"/>
                </a:cubicBezTo>
                <a:cubicBezTo>
                  <a:pt x="573" y="5669"/>
                  <a:pt x="191" y="5478"/>
                  <a:pt x="0" y="5159"/>
                </a:cubicBezTo>
                <a:lnTo>
                  <a:pt x="0" y="7006"/>
                </a:lnTo>
                <a:cubicBezTo>
                  <a:pt x="319" y="7134"/>
                  <a:pt x="637" y="7134"/>
                  <a:pt x="955" y="7134"/>
                </a:cubicBezTo>
                <a:cubicBezTo>
                  <a:pt x="2675" y="7134"/>
                  <a:pt x="3694" y="6433"/>
                  <a:pt x="3694" y="4395"/>
                </a:cubicBezTo>
                <a:lnTo>
                  <a:pt x="3694" y="1"/>
                </a:ln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0"/>
          <p:cNvSpPr/>
          <p:nvPr/>
        </p:nvSpPr>
        <p:spPr>
          <a:xfrm>
            <a:off x="895770" y="478912"/>
            <a:ext cx="142146" cy="175763"/>
          </a:xfrm>
          <a:custGeom>
            <a:avLst/>
            <a:gdLst/>
            <a:ahLst/>
            <a:cxnLst/>
            <a:rect l="l" t="t" r="r" b="b"/>
            <a:pathLst>
              <a:path w="5924" h="7325" extrusionOk="0">
                <a:moveTo>
                  <a:pt x="2867" y="1"/>
                </a:moveTo>
                <a:cubicBezTo>
                  <a:pt x="1593" y="1"/>
                  <a:pt x="256" y="637"/>
                  <a:pt x="256" y="2102"/>
                </a:cubicBezTo>
                <a:cubicBezTo>
                  <a:pt x="256" y="4713"/>
                  <a:pt x="4331" y="3822"/>
                  <a:pt x="4331" y="5223"/>
                </a:cubicBezTo>
                <a:cubicBezTo>
                  <a:pt x="4331" y="5860"/>
                  <a:pt x="3504" y="6051"/>
                  <a:pt x="3058" y="6051"/>
                </a:cubicBezTo>
                <a:cubicBezTo>
                  <a:pt x="3019" y="6054"/>
                  <a:pt x="2980" y="6055"/>
                  <a:pt x="2942" y="6055"/>
                </a:cubicBezTo>
                <a:cubicBezTo>
                  <a:pt x="2230" y="6055"/>
                  <a:pt x="1654" y="5505"/>
                  <a:pt x="1593" y="4841"/>
                </a:cubicBezTo>
                <a:lnTo>
                  <a:pt x="1" y="4841"/>
                </a:lnTo>
                <a:cubicBezTo>
                  <a:pt x="1" y="6496"/>
                  <a:pt x="1466" y="7324"/>
                  <a:pt x="2994" y="7324"/>
                </a:cubicBezTo>
                <a:cubicBezTo>
                  <a:pt x="4586" y="7324"/>
                  <a:pt x="5924" y="6687"/>
                  <a:pt x="5924" y="5032"/>
                </a:cubicBezTo>
                <a:cubicBezTo>
                  <a:pt x="5924" y="2357"/>
                  <a:pt x="1848" y="3249"/>
                  <a:pt x="1848" y="1975"/>
                </a:cubicBezTo>
                <a:cubicBezTo>
                  <a:pt x="1848" y="1465"/>
                  <a:pt x="2485" y="1274"/>
                  <a:pt x="2867" y="1274"/>
                </a:cubicBezTo>
                <a:cubicBezTo>
                  <a:pt x="3695" y="1274"/>
                  <a:pt x="4077" y="1529"/>
                  <a:pt x="4204" y="2230"/>
                </a:cubicBezTo>
                <a:lnTo>
                  <a:pt x="5669" y="2230"/>
                </a:lnTo>
                <a:cubicBezTo>
                  <a:pt x="5605" y="637"/>
                  <a:pt x="4331" y="1"/>
                  <a:pt x="2867" y="1"/>
                </a:cubicBez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0"/>
          <p:cNvSpPr/>
          <p:nvPr/>
        </p:nvSpPr>
        <p:spPr>
          <a:xfrm>
            <a:off x="96592" y="1001523"/>
            <a:ext cx="131445" cy="169645"/>
          </a:xfrm>
          <a:custGeom>
            <a:avLst/>
            <a:gdLst/>
            <a:ahLst/>
            <a:cxnLst/>
            <a:rect l="l" t="t" r="r" b="b"/>
            <a:pathLst>
              <a:path w="5478" h="7070" extrusionOk="0">
                <a:moveTo>
                  <a:pt x="0" y="1"/>
                </a:moveTo>
                <a:lnTo>
                  <a:pt x="0" y="7069"/>
                </a:lnTo>
                <a:lnTo>
                  <a:pt x="1529" y="7069"/>
                </a:lnTo>
                <a:lnTo>
                  <a:pt x="1529" y="4267"/>
                </a:lnTo>
                <a:lnTo>
                  <a:pt x="3821" y="4267"/>
                </a:lnTo>
                <a:lnTo>
                  <a:pt x="3821" y="7069"/>
                </a:lnTo>
                <a:lnTo>
                  <a:pt x="5477" y="7069"/>
                </a:lnTo>
                <a:lnTo>
                  <a:pt x="5477" y="1"/>
                </a:lnTo>
                <a:lnTo>
                  <a:pt x="3821" y="1"/>
                </a:lnTo>
                <a:lnTo>
                  <a:pt x="3821" y="2866"/>
                </a:lnTo>
                <a:lnTo>
                  <a:pt x="1529" y="2866"/>
                </a:lnTo>
                <a:lnTo>
                  <a:pt x="1529" y="1"/>
                </a:ln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0"/>
          <p:cNvSpPr/>
          <p:nvPr/>
        </p:nvSpPr>
        <p:spPr>
          <a:xfrm>
            <a:off x="244809" y="1001523"/>
            <a:ext cx="134492" cy="169645"/>
          </a:xfrm>
          <a:custGeom>
            <a:avLst/>
            <a:gdLst/>
            <a:ahLst/>
            <a:cxnLst/>
            <a:rect l="l" t="t" r="r" b="b"/>
            <a:pathLst>
              <a:path w="5605" h="7070" extrusionOk="0">
                <a:moveTo>
                  <a:pt x="1" y="1"/>
                </a:moveTo>
                <a:lnTo>
                  <a:pt x="1" y="1465"/>
                </a:lnTo>
                <a:lnTo>
                  <a:pt x="2038" y="1465"/>
                </a:lnTo>
                <a:lnTo>
                  <a:pt x="2038" y="7069"/>
                </a:lnTo>
                <a:lnTo>
                  <a:pt x="3567" y="7069"/>
                </a:lnTo>
                <a:lnTo>
                  <a:pt x="3567" y="1465"/>
                </a:lnTo>
                <a:lnTo>
                  <a:pt x="5605" y="1465"/>
                </a:lnTo>
                <a:lnTo>
                  <a:pt x="5605" y="1"/>
                </a:ln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0"/>
          <p:cNvSpPr/>
          <p:nvPr/>
        </p:nvSpPr>
        <p:spPr>
          <a:xfrm>
            <a:off x="380813" y="1001523"/>
            <a:ext cx="224665" cy="169645"/>
          </a:xfrm>
          <a:custGeom>
            <a:avLst/>
            <a:gdLst/>
            <a:ahLst/>
            <a:cxnLst/>
            <a:rect l="l" t="t" r="r" b="b"/>
            <a:pathLst>
              <a:path w="9363" h="7070" extrusionOk="0">
                <a:moveTo>
                  <a:pt x="1402" y="1"/>
                </a:moveTo>
                <a:lnTo>
                  <a:pt x="0" y="7069"/>
                </a:lnTo>
                <a:lnTo>
                  <a:pt x="1720" y="7069"/>
                </a:lnTo>
                <a:lnTo>
                  <a:pt x="2548" y="2229"/>
                </a:lnTo>
                <a:lnTo>
                  <a:pt x="3949" y="7069"/>
                </a:lnTo>
                <a:lnTo>
                  <a:pt x="5477" y="7069"/>
                </a:lnTo>
                <a:lnTo>
                  <a:pt x="6815" y="2229"/>
                </a:lnTo>
                <a:lnTo>
                  <a:pt x="7643" y="7069"/>
                </a:lnTo>
                <a:lnTo>
                  <a:pt x="9362" y="7069"/>
                </a:lnTo>
                <a:lnTo>
                  <a:pt x="8025" y="1"/>
                </a:lnTo>
                <a:lnTo>
                  <a:pt x="6178" y="1"/>
                </a:lnTo>
                <a:lnTo>
                  <a:pt x="4713" y="4968"/>
                </a:lnTo>
                <a:lnTo>
                  <a:pt x="3248" y="1"/>
                </a:ln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0"/>
          <p:cNvSpPr/>
          <p:nvPr/>
        </p:nvSpPr>
        <p:spPr>
          <a:xfrm>
            <a:off x="622251" y="1001523"/>
            <a:ext cx="97828" cy="169645"/>
          </a:xfrm>
          <a:custGeom>
            <a:avLst/>
            <a:gdLst/>
            <a:ahLst/>
            <a:cxnLst/>
            <a:rect l="l" t="t" r="r" b="b"/>
            <a:pathLst>
              <a:path w="4077" h="7070" extrusionOk="0">
                <a:moveTo>
                  <a:pt x="1" y="1"/>
                </a:moveTo>
                <a:lnTo>
                  <a:pt x="1" y="7069"/>
                </a:lnTo>
                <a:lnTo>
                  <a:pt x="4076" y="7069"/>
                </a:lnTo>
                <a:lnTo>
                  <a:pt x="4076" y="5668"/>
                </a:lnTo>
                <a:lnTo>
                  <a:pt x="1529" y="5668"/>
                </a:lnTo>
                <a:lnTo>
                  <a:pt x="1529" y="1"/>
                </a:ln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0"/>
          <p:cNvSpPr/>
          <p:nvPr/>
        </p:nvSpPr>
        <p:spPr>
          <a:xfrm>
            <a:off x="1323648" y="4484061"/>
            <a:ext cx="155896" cy="203262"/>
          </a:xfrm>
          <a:custGeom>
            <a:avLst/>
            <a:gdLst/>
            <a:ahLst/>
            <a:cxnLst/>
            <a:rect l="l" t="t" r="r" b="b"/>
            <a:pathLst>
              <a:path w="6497" h="8471" extrusionOk="0">
                <a:moveTo>
                  <a:pt x="6496" y="0"/>
                </a:moveTo>
                <a:lnTo>
                  <a:pt x="0" y="3057"/>
                </a:lnTo>
                <a:lnTo>
                  <a:pt x="0" y="5413"/>
                </a:lnTo>
                <a:lnTo>
                  <a:pt x="6496" y="8470"/>
                </a:lnTo>
                <a:lnTo>
                  <a:pt x="6496" y="6560"/>
                </a:lnTo>
                <a:lnTo>
                  <a:pt x="1402" y="4267"/>
                </a:lnTo>
                <a:lnTo>
                  <a:pt x="6496" y="1911"/>
                </a:lnTo>
                <a:lnTo>
                  <a:pt x="649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0"/>
          <p:cNvSpPr/>
          <p:nvPr/>
        </p:nvSpPr>
        <p:spPr>
          <a:xfrm>
            <a:off x="1503971" y="4384722"/>
            <a:ext cx="198679" cy="365252"/>
          </a:xfrm>
          <a:custGeom>
            <a:avLst/>
            <a:gdLst/>
            <a:ahLst/>
            <a:cxnLst/>
            <a:rect l="l" t="t" r="r" b="b"/>
            <a:pathLst>
              <a:path w="8280" h="15222" extrusionOk="0">
                <a:moveTo>
                  <a:pt x="6114" y="1"/>
                </a:moveTo>
                <a:lnTo>
                  <a:pt x="0" y="15221"/>
                </a:lnTo>
                <a:lnTo>
                  <a:pt x="2165" y="15221"/>
                </a:lnTo>
                <a:lnTo>
                  <a:pt x="82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0"/>
          <p:cNvSpPr/>
          <p:nvPr/>
        </p:nvSpPr>
        <p:spPr>
          <a:xfrm>
            <a:off x="5113328" y="4086729"/>
            <a:ext cx="230760" cy="230784"/>
          </a:xfrm>
          <a:custGeom>
            <a:avLst/>
            <a:gdLst/>
            <a:ahLst/>
            <a:cxnLst/>
            <a:rect l="l" t="t" r="r" b="b"/>
            <a:pathLst>
              <a:path w="9617" h="9618" extrusionOk="0">
                <a:moveTo>
                  <a:pt x="1" y="1"/>
                </a:moveTo>
                <a:lnTo>
                  <a:pt x="1" y="9617"/>
                </a:lnTo>
                <a:lnTo>
                  <a:pt x="9617" y="9617"/>
                </a:lnTo>
                <a:lnTo>
                  <a:pt x="9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1"/>
          <p:cNvSpPr txBox="1">
            <a:spLocks noGrp="1"/>
          </p:cNvSpPr>
          <p:nvPr>
            <p:ph type="ctrTitle"/>
          </p:nvPr>
        </p:nvSpPr>
        <p:spPr>
          <a:xfrm>
            <a:off x="311700" y="644550"/>
            <a:ext cx="8520600" cy="606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
              <a:t>TABLE OF CONTENTS</a:t>
            </a:r>
            <a:endParaRPr/>
          </a:p>
        </p:txBody>
      </p:sp>
      <p:sp>
        <p:nvSpPr>
          <p:cNvPr id="221" name="Google Shape;221;p21"/>
          <p:cNvSpPr txBox="1">
            <a:spLocks noGrp="1"/>
          </p:cNvSpPr>
          <p:nvPr>
            <p:ph type="subTitle" idx="7"/>
          </p:nvPr>
        </p:nvSpPr>
        <p:spPr>
          <a:xfrm>
            <a:off x="1849426" y="1945953"/>
            <a:ext cx="2970307" cy="502500"/>
          </a:xfrm>
          <a:prstGeom prst="rect">
            <a:avLst/>
          </a:prstGeom>
        </p:spPr>
        <p:txBody>
          <a:bodyPr spcFirstLastPara="1" wrap="square" lIns="91425" tIns="91425" rIns="91425" bIns="91425" anchor="t" anchorCtr="0">
            <a:noAutofit/>
          </a:bodyPr>
          <a:lstStyle/>
          <a:p>
            <a:pPr marL="0" lvl="0" indent="0"/>
            <a:r>
              <a:rPr lang="en-US" dirty="0" smtClean="0"/>
              <a:t>Why </a:t>
            </a:r>
            <a:r>
              <a:rPr lang="en-US" dirty="0"/>
              <a:t>was it invented and how does it </a:t>
            </a:r>
            <a:r>
              <a:rPr lang="en-US" dirty="0" smtClean="0"/>
              <a:t>work?</a:t>
            </a:r>
            <a:endParaRPr dirty="0">
              <a:solidFill>
                <a:schemeClr val="accent1"/>
              </a:solidFill>
            </a:endParaRPr>
          </a:p>
        </p:txBody>
      </p:sp>
      <p:sp>
        <p:nvSpPr>
          <p:cNvPr id="222" name="Google Shape;222;p21"/>
          <p:cNvSpPr txBox="1">
            <a:spLocks noGrp="1"/>
          </p:cNvSpPr>
          <p:nvPr>
            <p:ph type="title" idx="8"/>
          </p:nvPr>
        </p:nvSpPr>
        <p:spPr>
          <a:xfrm>
            <a:off x="4911558" y="1725303"/>
            <a:ext cx="1176900" cy="606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dirty="0">
                <a:solidFill>
                  <a:schemeClr val="accent1"/>
                </a:solidFill>
              </a:rPr>
              <a:t>01</a:t>
            </a:r>
            <a:endParaRPr dirty="0">
              <a:solidFill>
                <a:schemeClr val="accent1"/>
              </a:solidFill>
            </a:endParaRPr>
          </a:p>
        </p:txBody>
      </p:sp>
      <p:sp>
        <p:nvSpPr>
          <p:cNvPr id="223" name="Google Shape;223;p21"/>
          <p:cNvSpPr txBox="1">
            <a:spLocks noGrp="1"/>
          </p:cNvSpPr>
          <p:nvPr>
            <p:ph type="subTitle" idx="9"/>
          </p:nvPr>
        </p:nvSpPr>
        <p:spPr>
          <a:xfrm>
            <a:off x="1849426" y="2870653"/>
            <a:ext cx="2970307" cy="502500"/>
          </a:xfrm>
          <a:prstGeom prst="rect">
            <a:avLst/>
          </a:prstGeom>
        </p:spPr>
        <p:txBody>
          <a:bodyPr spcFirstLastPara="1" wrap="square" lIns="91425" tIns="91425" rIns="91425" bIns="91425" anchor="t" anchorCtr="0">
            <a:noAutofit/>
          </a:bodyPr>
          <a:lstStyle/>
          <a:p>
            <a:pPr marL="0" indent="0">
              <a:buClr>
                <a:schemeClr val="dk1"/>
              </a:buClr>
              <a:buSzPts val="1100"/>
            </a:pPr>
            <a:r>
              <a:rPr lang="fr-FR" dirty="0" smtClean="0">
                <a:solidFill>
                  <a:schemeClr val="accent1"/>
                </a:solidFill>
              </a:rPr>
              <a:t>How </a:t>
            </a:r>
            <a:r>
              <a:rPr lang="fr-FR" dirty="0" err="1" smtClean="0">
                <a:solidFill>
                  <a:schemeClr val="accent1"/>
                </a:solidFill>
              </a:rPr>
              <a:t>you</a:t>
            </a:r>
            <a:r>
              <a:rPr lang="fr-FR" dirty="0" smtClean="0">
                <a:solidFill>
                  <a:schemeClr val="accent1"/>
                </a:solidFill>
              </a:rPr>
              <a:t> </a:t>
            </a:r>
            <a:r>
              <a:rPr lang="fr-FR" dirty="0" err="1" smtClean="0">
                <a:solidFill>
                  <a:schemeClr val="accent1"/>
                </a:solidFill>
              </a:rPr>
              <a:t>should</a:t>
            </a:r>
            <a:r>
              <a:rPr lang="fr-FR" dirty="0" smtClean="0">
                <a:solidFill>
                  <a:schemeClr val="accent1"/>
                </a:solidFill>
              </a:rPr>
              <a:t> </a:t>
            </a:r>
            <a:r>
              <a:rPr lang="fr-FR" dirty="0" err="1" smtClean="0">
                <a:solidFill>
                  <a:schemeClr val="accent1"/>
                </a:solidFill>
              </a:rPr>
              <a:t>be</a:t>
            </a:r>
            <a:r>
              <a:rPr lang="fr-FR" dirty="0" smtClean="0">
                <a:solidFill>
                  <a:schemeClr val="accent1"/>
                </a:solidFill>
              </a:rPr>
              <a:t>? </a:t>
            </a:r>
            <a:r>
              <a:rPr lang="fr-FR" dirty="0" err="1" smtClean="0">
                <a:solidFill>
                  <a:schemeClr val="accent1"/>
                </a:solidFill>
              </a:rPr>
              <a:t>What</a:t>
            </a:r>
            <a:r>
              <a:rPr lang="fr-FR" dirty="0" smtClean="0">
                <a:solidFill>
                  <a:schemeClr val="accent1"/>
                </a:solidFill>
              </a:rPr>
              <a:t> are t</a:t>
            </a:r>
            <a:r>
              <a:rPr lang="en-US" dirty="0" smtClean="0"/>
              <a:t>he </a:t>
            </a:r>
            <a:r>
              <a:rPr lang="en-US" dirty="0"/>
              <a:t>Key Skills t</a:t>
            </a:r>
            <a:r>
              <a:rPr lang="en-US" dirty="0" smtClean="0"/>
              <a:t>hat you’ll </a:t>
            </a:r>
            <a:r>
              <a:rPr lang="en-US" dirty="0"/>
              <a:t>Need To Learn To Become A Web </a:t>
            </a:r>
            <a:r>
              <a:rPr lang="en-US" dirty="0" smtClean="0"/>
              <a:t>Developer?</a:t>
            </a:r>
            <a:endParaRPr lang="en-US" dirty="0"/>
          </a:p>
          <a:p>
            <a:pPr marL="0" lvl="0" indent="0" algn="r" rtl="0">
              <a:spcBef>
                <a:spcPts val="0"/>
              </a:spcBef>
              <a:spcAft>
                <a:spcPts val="0"/>
              </a:spcAft>
              <a:buClr>
                <a:schemeClr val="dk1"/>
              </a:buClr>
              <a:buSzPts val="1100"/>
              <a:buFont typeface="Arial"/>
              <a:buNone/>
            </a:pPr>
            <a:endParaRPr dirty="0">
              <a:solidFill>
                <a:schemeClr val="accent1"/>
              </a:solidFill>
            </a:endParaRPr>
          </a:p>
        </p:txBody>
      </p:sp>
      <p:sp>
        <p:nvSpPr>
          <p:cNvPr id="224" name="Google Shape;224;p21"/>
          <p:cNvSpPr txBox="1">
            <a:spLocks noGrp="1"/>
          </p:cNvSpPr>
          <p:nvPr>
            <p:ph type="title" idx="13"/>
          </p:nvPr>
        </p:nvSpPr>
        <p:spPr>
          <a:xfrm>
            <a:off x="4911558" y="2622028"/>
            <a:ext cx="1176900" cy="606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solidFill>
                  <a:schemeClr val="accent1"/>
                </a:solidFill>
              </a:rPr>
              <a:t>02</a:t>
            </a:r>
            <a:endParaRPr>
              <a:solidFill>
                <a:schemeClr val="accent1"/>
              </a:solidFill>
            </a:endParaRPr>
          </a:p>
        </p:txBody>
      </p:sp>
      <p:sp>
        <p:nvSpPr>
          <p:cNvPr id="225" name="Google Shape;225;p21"/>
          <p:cNvSpPr txBox="1">
            <a:spLocks noGrp="1"/>
          </p:cNvSpPr>
          <p:nvPr>
            <p:ph type="subTitle" idx="14"/>
          </p:nvPr>
        </p:nvSpPr>
        <p:spPr>
          <a:xfrm>
            <a:off x="1849426" y="3835128"/>
            <a:ext cx="2970307" cy="502500"/>
          </a:xfrm>
          <a:prstGeom prst="rect">
            <a:avLst/>
          </a:prstGeom>
        </p:spPr>
        <p:txBody>
          <a:bodyPr spcFirstLastPara="1" wrap="square" lIns="91425" tIns="91425" rIns="91425" bIns="91425" anchor="t" anchorCtr="0">
            <a:noAutofit/>
          </a:bodyPr>
          <a:lstStyle/>
          <a:p>
            <a:r>
              <a:rPr lang="fr-FR" dirty="0" err="1"/>
              <a:t>Responsibilities</a:t>
            </a:r>
            <a:r>
              <a:rPr lang="fr-FR" dirty="0"/>
              <a:t> and </a:t>
            </a:r>
            <a:r>
              <a:rPr lang="fr-FR" dirty="0" err="1"/>
              <a:t>Duties</a:t>
            </a:r>
            <a:endParaRPr lang="fr-FR" dirty="0"/>
          </a:p>
        </p:txBody>
      </p:sp>
      <p:sp>
        <p:nvSpPr>
          <p:cNvPr id="226" name="Google Shape;226;p21"/>
          <p:cNvSpPr txBox="1">
            <a:spLocks noGrp="1"/>
          </p:cNvSpPr>
          <p:nvPr>
            <p:ph type="title" idx="15"/>
          </p:nvPr>
        </p:nvSpPr>
        <p:spPr>
          <a:xfrm>
            <a:off x="4911558" y="3594378"/>
            <a:ext cx="1176900" cy="606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solidFill>
                  <a:schemeClr val="accent1"/>
                </a:solidFill>
              </a:rPr>
              <a:t>03</a:t>
            </a:r>
            <a:endParaRPr>
              <a:solidFill>
                <a:schemeClr val="accent1"/>
              </a:solidFill>
            </a:endParaRPr>
          </a:p>
        </p:txBody>
      </p:sp>
      <p:sp>
        <p:nvSpPr>
          <p:cNvPr id="227" name="Google Shape;227;p21"/>
          <p:cNvSpPr txBox="1">
            <a:spLocks noGrp="1"/>
          </p:cNvSpPr>
          <p:nvPr>
            <p:ph type="ctrTitle" idx="16"/>
          </p:nvPr>
        </p:nvSpPr>
        <p:spPr>
          <a:xfrm>
            <a:off x="2727471" y="1874816"/>
            <a:ext cx="2076000" cy="196200"/>
          </a:xfrm>
          <a:prstGeom prst="rect">
            <a:avLst/>
          </a:prstGeom>
        </p:spPr>
        <p:txBody>
          <a:bodyPr spcFirstLastPara="1" wrap="square" lIns="91425" tIns="91425" rIns="91425" bIns="91425" anchor="b" anchorCtr="0">
            <a:noAutofit/>
          </a:bodyPr>
          <a:lstStyle/>
          <a:p>
            <a:pPr lvl="0"/>
            <a:r>
              <a:rPr lang="en-US" dirty="0"/>
              <a:t>How does the web </a:t>
            </a:r>
            <a:r>
              <a:rPr lang="en-US" dirty="0" smtClean="0"/>
              <a:t>work?</a:t>
            </a:r>
            <a:endParaRPr dirty="0"/>
          </a:p>
        </p:txBody>
      </p:sp>
      <p:sp>
        <p:nvSpPr>
          <p:cNvPr id="228" name="Google Shape;228;p21"/>
          <p:cNvSpPr txBox="1">
            <a:spLocks noGrp="1"/>
          </p:cNvSpPr>
          <p:nvPr>
            <p:ph type="ctrTitle" idx="17"/>
          </p:nvPr>
        </p:nvSpPr>
        <p:spPr>
          <a:xfrm>
            <a:off x="2727471" y="2799016"/>
            <a:ext cx="2076000" cy="196200"/>
          </a:xfrm>
          <a:prstGeom prst="rect">
            <a:avLst/>
          </a:prstGeom>
        </p:spPr>
        <p:txBody>
          <a:bodyPr spcFirstLastPara="1" wrap="square" lIns="91425" tIns="91425" rIns="91425" bIns="91425" anchor="b" anchorCtr="0">
            <a:noAutofit/>
          </a:bodyPr>
          <a:lstStyle/>
          <a:p>
            <a:r>
              <a:rPr lang="en-US" i="1" dirty="0"/>
              <a:t>What </a:t>
            </a:r>
            <a:r>
              <a:rPr lang="en-US" dirty="0"/>
              <a:t>do you need</a:t>
            </a:r>
            <a:r>
              <a:rPr lang="en-US" i="1" dirty="0"/>
              <a:t> to be a web developer?</a:t>
            </a:r>
            <a:endParaRPr lang="en-US" dirty="0"/>
          </a:p>
        </p:txBody>
      </p:sp>
      <p:sp>
        <p:nvSpPr>
          <p:cNvPr id="229" name="Google Shape;229;p21"/>
          <p:cNvSpPr txBox="1">
            <a:spLocks noGrp="1"/>
          </p:cNvSpPr>
          <p:nvPr>
            <p:ph type="ctrTitle" idx="18"/>
          </p:nvPr>
        </p:nvSpPr>
        <p:spPr>
          <a:xfrm>
            <a:off x="2727471" y="3763578"/>
            <a:ext cx="2076000" cy="196200"/>
          </a:xfrm>
          <a:prstGeom prst="rect">
            <a:avLst/>
          </a:prstGeom>
        </p:spPr>
        <p:txBody>
          <a:bodyPr spcFirstLastPara="1" wrap="square" lIns="91425" tIns="91425" rIns="91425" bIns="91425" anchor="b" anchorCtr="0">
            <a:noAutofit/>
          </a:bodyPr>
          <a:lstStyle/>
          <a:p>
            <a:r>
              <a:rPr lang="en-US" i="1" dirty="0"/>
              <a:t>What’s the role of a web </a:t>
            </a:r>
            <a:r>
              <a:rPr lang="en-US" i="1" dirty="0" smtClean="0"/>
              <a:t>developer</a:t>
            </a:r>
            <a:r>
              <a:rPr lang="en-US" i="1" dirty="0"/>
              <a:t>?</a:t>
            </a:r>
            <a:endParaRPr lang="en-US" dirty="0"/>
          </a:p>
        </p:txBody>
      </p:sp>
      <p:grpSp>
        <p:nvGrpSpPr>
          <p:cNvPr id="234" name="Google Shape;234;p21"/>
          <p:cNvGrpSpPr/>
          <p:nvPr/>
        </p:nvGrpSpPr>
        <p:grpSpPr>
          <a:xfrm>
            <a:off x="5681839" y="1839916"/>
            <a:ext cx="428915" cy="426116"/>
            <a:chOff x="6226275" y="3911538"/>
            <a:chExt cx="900325" cy="894450"/>
          </a:xfrm>
        </p:grpSpPr>
        <p:sp>
          <p:nvSpPr>
            <p:cNvPr id="235" name="Google Shape;235;p21"/>
            <p:cNvSpPr/>
            <p:nvPr/>
          </p:nvSpPr>
          <p:spPr>
            <a:xfrm>
              <a:off x="6355100" y="4405488"/>
              <a:ext cx="87300" cy="116625"/>
            </a:xfrm>
            <a:custGeom>
              <a:avLst/>
              <a:gdLst/>
              <a:ahLst/>
              <a:cxnLst/>
              <a:rect l="l" t="t" r="r" b="b"/>
              <a:pathLst>
                <a:path w="3492" h="4665" extrusionOk="0">
                  <a:moveTo>
                    <a:pt x="1860" y="0"/>
                  </a:moveTo>
                  <a:cubicBezTo>
                    <a:pt x="947" y="1664"/>
                    <a:pt x="360" y="2871"/>
                    <a:pt x="197" y="3197"/>
                  </a:cubicBezTo>
                  <a:cubicBezTo>
                    <a:pt x="1" y="3588"/>
                    <a:pt x="66" y="4078"/>
                    <a:pt x="392" y="4404"/>
                  </a:cubicBezTo>
                  <a:lnTo>
                    <a:pt x="653" y="4665"/>
                  </a:lnTo>
                  <a:cubicBezTo>
                    <a:pt x="1371" y="3784"/>
                    <a:pt x="2252" y="2806"/>
                    <a:pt x="3296" y="1794"/>
                  </a:cubicBezTo>
                  <a:cubicBezTo>
                    <a:pt x="3393" y="1729"/>
                    <a:pt x="3459" y="1664"/>
                    <a:pt x="3491" y="1631"/>
                  </a:cubicBezTo>
                  <a:lnTo>
                    <a:pt x="186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1"/>
            <p:cNvSpPr/>
            <p:nvPr/>
          </p:nvSpPr>
          <p:spPr>
            <a:xfrm>
              <a:off x="6514125" y="4593038"/>
              <a:ext cx="119900" cy="87550"/>
            </a:xfrm>
            <a:custGeom>
              <a:avLst/>
              <a:gdLst/>
              <a:ahLst/>
              <a:cxnLst/>
              <a:rect l="l" t="t" r="r" b="b"/>
              <a:pathLst>
                <a:path w="4796" h="3502" extrusionOk="0">
                  <a:moveTo>
                    <a:pt x="3100" y="1"/>
                  </a:moveTo>
                  <a:cubicBezTo>
                    <a:pt x="2969" y="33"/>
                    <a:pt x="2937" y="131"/>
                    <a:pt x="2839" y="164"/>
                  </a:cubicBezTo>
                  <a:cubicBezTo>
                    <a:pt x="1795" y="1240"/>
                    <a:pt x="849" y="2088"/>
                    <a:pt x="1" y="2806"/>
                  </a:cubicBezTo>
                  <a:lnTo>
                    <a:pt x="360" y="3165"/>
                  </a:lnTo>
                  <a:cubicBezTo>
                    <a:pt x="566" y="3392"/>
                    <a:pt x="838" y="3502"/>
                    <a:pt x="1109" y="3502"/>
                  </a:cubicBezTo>
                  <a:cubicBezTo>
                    <a:pt x="1266" y="3502"/>
                    <a:pt x="1423" y="3465"/>
                    <a:pt x="1567" y="3393"/>
                  </a:cubicBezTo>
                  <a:cubicBezTo>
                    <a:pt x="2121" y="3100"/>
                    <a:pt x="2969" y="2708"/>
                    <a:pt x="4796" y="1697"/>
                  </a:cubicBezTo>
                  <a:lnTo>
                    <a:pt x="310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1"/>
            <p:cNvSpPr/>
            <p:nvPr/>
          </p:nvSpPr>
          <p:spPr>
            <a:xfrm>
              <a:off x="6330650" y="4455438"/>
              <a:ext cx="258525" cy="246400"/>
            </a:xfrm>
            <a:custGeom>
              <a:avLst/>
              <a:gdLst/>
              <a:ahLst/>
              <a:cxnLst/>
              <a:rect l="l" t="t" r="r" b="b"/>
              <a:pathLst>
                <a:path w="10341" h="9856" extrusionOk="0">
                  <a:moveTo>
                    <a:pt x="8645" y="1"/>
                  </a:moveTo>
                  <a:cubicBezTo>
                    <a:pt x="7689" y="1"/>
                    <a:pt x="6431" y="551"/>
                    <a:pt x="5741" y="1264"/>
                  </a:cubicBezTo>
                  <a:cubicBezTo>
                    <a:pt x="2414" y="4624"/>
                    <a:pt x="881" y="6973"/>
                    <a:pt x="196" y="8375"/>
                  </a:cubicBezTo>
                  <a:cubicBezTo>
                    <a:pt x="0" y="8767"/>
                    <a:pt x="66" y="9256"/>
                    <a:pt x="392" y="9550"/>
                  </a:cubicBezTo>
                  <a:cubicBezTo>
                    <a:pt x="596" y="9754"/>
                    <a:pt x="863" y="9855"/>
                    <a:pt x="1131" y="9855"/>
                  </a:cubicBezTo>
                  <a:cubicBezTo>
                    <a:pt x="1291" y="9855"/>
                    <a:pt x="1452" y="9819"/>
                    <a:pt x="1599" y="9745"/>
                  </a:cubicBezTo>
                  <a:cubicBezTo>
                    <a:pt x="2969" y="9093"/>
                    <a:pt x="5285" y="7592"/>
                    <a:pt x="8677" y="4200"/>
                  </a:cubicBezTo>
                  <a:cubicBezTo>
                    <a:pt x="9819" y="3091"/>
                    <a:pt x="10341" y="1068"/>
                    <a:pt x="9623" y="318"/>
                  </a:cubicBezTo>
                  <a:cubicBezTo>
                    <a:pt x="9392" y="97"/>
                    <a:pt x="9045" y="1"/>
                    <a:pt x="8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1"/>
            <p:cNvSpPr/>
            <p:nvPr/>
          </p:nvSpPr>
          <p:spPr>
            <a:xfrm>
              <a:off x="6226275" y="4198463"/>
              <a:ext cx="243025" cy="181575"/>
            </a:xfrm>
            <a:custGeom>
              <a:avLst/>
              <a:gdLst/>
              <a:ahLst/>
              <a:cxnLst/>
              <a:rect l="l" t="t" r="r" b="b"/>
              <a:pathLst>
                <a:path w="9721" h="7263" extrusionOk="0">
                  <a:moveTo>
                    <a:pt x="8601" y="1"/>
                  </a:moveTo>
                  <a:cubicBezTo>
                    <a:pt x="7289" y="1"/>
                    <a:pt x="5238" y="662"/>
                    <a:pt x="3392" y="2508"/>
                  </a:cubicBezTo>
                  <a:lnTo>
                    <a:pt x="424" y="5476"/>
                  </a:lnTo>
                  <a:cubicBezTo>
                    <a:pt x="98" y="5802"/>
                    <a:pt x="0" y="6324"/>
                    <a:pt x="261" y="6748"/>
                  </a:cubicBezTo>
                  <a:cubicBezTo>
                    <a:pt x="450" y="7072"/>
                    <a:pt x="818" y="7262"/>
                    <a:pt x="1199" y="7262"/>
                  </a:cubicBezTo>
                  <a:cubicBezTo>
                    <a:pt x="1278" y="7262"/>
                    <a:pt x="1357" y="7254"/>
                    <a:pt x="1435" y="7237"/>
                  </a:cubicBezTo>
                  <a:cubicBezTo>
                    <a:pt x="2549" y="6919"/>
                    <a:pt x="3584" y="6743"/>
                    <a:pt x="4418" y="6743"/>
                  </a:cubicBezTo>
                  <a:cubicBezTo>
                    <a:pt x="4781" y="6743"/>
                    <a:pt x="5105" y="6777"/>
                    <a:pt x="5382" y="6846"/>
                  </a:cubicBezTo>
                  <a:cubicBezTo>
                    <a:pt x="6752" y="4465"/>
                    <a:pt x="8188" y="2247"/>
                    <a:pt x="9721" y="257"/>
                  </a:cubicBezTo>
                  <a:cubicBezTo>
                    <a:pt x="9488" y="95"/>
                    <a:pt x="9097" y="1"/>
                    <a:pt x="86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1"/>
            <p:cNvSpPr/>
            <p:nvPr/>
          </p:nvSpPr>
          <p:spPr>
            <a:xfrm>
              <a:off x="6656850" y="4568588"/>
              <a:ext cx="188400" cy="237400"/>
            </a:xfrm>
            <a:custGeom>
              <a:avLst/>
              <a:gdLst/>
              <a:ahLst/>
              <a:cxnLst/>
              <a:rect l="l" t="t" r="r" b="b"/>
              <a:pathLst>
                <a:path w="7536" h="9496" extrusionOk="0">
                  <a:moveTo>
                    <a:pt x="7014" y="0"/>
                  </a:moveTo>
                  <a:cubicBezTo>
                    <a:pt x="4763" y="1664"/>
                    <a:pt x="2512" y="3099"/>
                    <a:pt x="392" y="4273"/>
                  </a:cubicBezTo>
                  <a:cubicBezTo>
                    <a:pt x="555" y="5089"/>
                    <a:pt x="457" y="5904"/>
                    <a:pt x="131" y="8253"/>
                  </a:cubicBezTo>
                  <a:cubicBezTo>
                    <a:pt x="0" y="8742"/>
                    <a:pt x="229" y="9166"/>
                    <a:pt x="653" y="9395"/>
                  </a:cubicBezTo>
                  <a:cubicBezTo>
                    <a:pt x="788" y="9463"/>
                    <a:pt x="936" y="9495"/>
                    <a:pt x="1084" y="9495"/>
                  </a:cubicBezTo>
                  <a:cubicBezTo>
                    <a:pt x="1364" y="9495"/>
                    <a:pt x="1647" y="9379"/>
                    <a:pt x="1860" y="9166"/>
                  </a:cubicBezTo>
                  <a:lnTo>
                    <a:pt x="4861" y="6198"/>
                  </a:lnTo>
                  <a:cubicBezTo>
                    <a:pt x="7144" y="3915"/>
                    <a:pt x="7536" y="946"/>
                    <a:pt x="70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1"/>
            <p:cNvSpPr/>
            <p:nvPr/>
          </p:nvSpPr>
          <p:spPr>
            <a:xfrm>
              <a:off x="6718825" y="4152263"/>
              <a:ext cx="172100" cy="156800"/>
            </a:xfrm>
            <a:custGeom>
              <a:avLst/>
              <a:gdLst/>
              <a:ahLst/>
              <a:cxnLst/>
              <a:rect l="l" t="t" r="r" b="b"/>
              <a:pathLst>
                <a:path w="6884" h="6272" extrusionOk="0">
                  <a:moveTo>
                    <a:pt x="3446" y="1"/>
                  </a:moveTo>
                  <a:cubicBezTo>
                    <a:pt x="2643" y="1"/>
                    <a:pt x="1843" y="311"/>
                    <a:pt x="1240" y="930"/>
                  </a:cubicBezTo>
                  <a:cubicBezTo>
                    <a:pt x="0" y="2137"/>
                    <a:pt x="0" y="4127"/>
                    <a:pt x="1240" y="5367"/>
                  </a:cubicBezTo>
                  <a:cubicBezTo>
                    <a:pt x="1843" y="5970"/>
                    <a:pt x="2643" y="6272"/>
                    <a:pt x="3446" y="6272"/>
                  </a:cubicBezTo>
                  <a:cubicBezTo>
                    <a:pt x="4249" y="6272"/>
                    <a:pt x="5057" y="5970"/>
                    <a:pt x="5676" y="5367"/>
                  </a:cubicBezTo>
                  <a:cubicBezTo>
                    <a:pt x="6883" y="4127"/>
                    <a:pt x="6883" y="2137"/>
                    <a:pt x="5676" y="930"/>
                  </a:cubicBezTo>
                  <a:cubicBezTo>
                    <a:pt x="5057" y="311"/>
                    <a:pt x="4249" y="1"/>
                    <a:pt x="344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1"/>
            <p:cNvSpPr/>
            <p:nvPr/>
          </p:nvSpPr>
          <p:spPr>
            <a:xfrm>
              <a:off x="6906375" y="3911538"/>
              <a:ext cx="220225" cy="216700"/>
            </a:xfrm>
            <a:custGeom>
              <a:avLst/>
              <a:gdLst/>
              <a:ahLst/>
              <a:cxnLst/>
              <a:rect l="l" t="t" r="r" b="b"/>
              <a:pathLst>
                <a:path w="8809" h="8668" extrusionOk="0">
                  <a:moveTo>
                    <a:pt x="6168" y="0"/>
                  </a:moveTo>
                  <a:cubicBezTo>
                    <a:pt x="4083" y="0"/>
                    <a:pt x="2010" y="335"/>
                    <a:pt x="1" y="969"/>
                  </a:cubicBezTo>
                  <a:cubicBezTo>
                    <a:pt x="197" y="2665"/>
                    <a:pt x="1110" y="4557"/>
                    <a:pt x="2611" y="6058"/>
                  </a:cubicBezTo>
                  <a:cubicBezTo>
                    <a:pt x="4176" y="7624"/>
                    <a:pt x="6068" y="8504"/>
                    <a:pt x="7830" y="8667"/>
                  </a:cubicBezTo>
                  <a:cubicBezTo>
                    <a:pt x="8482" y="6351"/>
                    <a:pt x="8808" y="3774"/>
                    <a:pt x="8613" y="1034"/>
                  </a:cubicBezTo>
                  <a:cubicBezTo>
                    <a:pt x="8580" y="513"/>
                    <a:pt x="8156" y="121"/>
                    <a:pt x="7634" y="56"/>
                  </a:cubicBezTo>
                  <a:cubicBezTo>
                    <a:pt x="7145" y="19"/>
                    <a:pt x="6656" y="0"/>
                    <a:pt x="6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1"/>
            <p:cNvSpPr/>
            <p:nvPr/>
          </p:nvSpPr>
          <p:spPr>
            <a:xfrm>
              <a:off x="6429325" y="3953688"/>
              <a:ext cx="655675" cy="654050"/>
            </a:xfrm>
            <a:custGeom>
              <a:avLst/>
              <a:gdLst/>
              <a:ahLst/>
              <a:cxnLst/>
              <a:rect l="l" t="t" r="r" b="b"/>
              <a:pathLst>
                <a:path w="26227" h="26162" extrusionOk="0">
                  <a:moveTo>
                    <a:pt x="14993" y="5823"/>
                  </a:moveTo>
                  <a:cubicBezTo>
                    <a:pt x="16335" y="5823"/>
                    <a:pt x="17680" y="6329"/>
                    <a:pt x="18724" y="7340"/>
                  </a:cubicBezTo>
                  <a:cubicBezTo>
                    <a:pt x="20747" y="9428"/>
                    <a:pt x="20747" y="12723"/>
                    <a:pt x="18724" y="14778"/>
                  </a:cubicBezTo>
                  <a:cubicBezTo>
                    <a:pt x="17697" y="15789"/>
                    <a:pt x="16359" y="16294"/>
                    <a:pt x="15018" y="16294"/>
                  </a:cubicBezTo>
                  <a:cubicBezTo>
                    <a:pt x="13676" y="16294"/>
                    <a:pt x="12331" y="15789"/>
                    <a:pt x="11287" y="14778"/>
                  </a:cubicBezTo>
                  <a:cubicBezTo>
                    <a:pt x="9264" y="12723"/>
                    <a:pt x="9264" y="9428"/>
                    <a:pt x="11287" y="7340"/>
                  </a:cubicBezTo>
                  <a:cubicBezTo>
                    <a:pt x="12314" y="6329"/>
                    <a:pt x="13652" y="5823"/>
                    <a:pt x="14993" y="5823"/>
                  </a:cubicBezTo>
                  <a:close/>
                  <a:moveTo>
                    <a:pt x="17061" y="1"/>
                  </a:moveTo>
                  <a:cubicBezTo>
                    <a:pt x="10765" y="2578"/>
                    <a:pt x="4730" y="8221"/>
                    <a:pt x="0" y="16115"/>
                  </a:cubicBezTo>
                  <a:lnTo>
                    <a:pt x="2382" y="18496"/>
                  </a:lnTo>
                  <a:cubicBezTo>
                    <a:pt x="3146" y="18190"/>
                    <a:pt x="3983" y="17992"/>
                    <a:pt x="4780" y="17992"/>
                  </a:cubicBezTo>
                  <a:cubicBezTo>
                    <a:pt x="5683" y="17992"/>
                    <a:pt x="6536" y="18247"/>
                    <a:pt x="7177" y="18888"/>
                  </a:cubicBezTo>
                  <a:cubicBezTo>
                    <a:pt x="8449" y="20160"/>
                    <a:pt x="8253" y="22117"/>
                    <a:pt x="7601" y="23715"/>
                  </a:cubicBezTo>
                  <a:lnTo>
                    <a:pt x="10047" y="26162"/>
                  </a:lnTo>
                  <a:cubicBezTo>
                    <a:pt x="16115" y="22476"/>
                    <a:pt x="23193" y="16702"/>
                    <a:pt x="26227" y="9037"/>
                  </a:cubicBezTo>
                  <a:cubicBezTo>
                    <a:pt x="24106" y="8743"/>
                    <a:pt x="21986" y="7666"/>
                    <a:pt x="20192" y="5872"/>
                  </a:cubicBezTo>
                  <a:cubicBezTo>
                    <a:pt x="18431" y="4144"/>
                    <a:pt x="17387" y="2056"/>
                    <a:pt x="1706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53" name="Google Shape;253;p21"/>
          <p:cNvCxnSpPr/>
          <p:nvPr/>
        </p:nvCxnSpPr>
        <p:spPr>
          <a:xfrm>
            <a:off x="311700" y="1191700"/>
            <a:ext cx="8520600" cy="0"/>
          </a:xfrm>
          <a:prstGeom prst="straightConnector1">
            <a:avLst/>
          </a:prstGeom>
          <a:noFill/>
          <a:ln w="9525" cap="flat" cmpd="sng">
            <a:solidFill>
              <a:srgbClr val="48FFD5"/>
            </a:solidFill>
            <a:prstDash val="solid"/>
            <a:round/>
            <a:headEnd type="none" w="med" len="med"/>
            <a:tailEnd type="none" w="med" len="med"/>
          </a:ln>
        </p:spPr>
      </p:cxnSp>
      <p:sp>
        <p:nvSpPr>
          <p:cNvPr id="42" name="Google Shape;251;p21"/>
          <p:cNvSpPr/>
          <p:nvPr/>
        </p:nvSpPr>
        <p:spPr>
          <a:xfrm>
            <a:off x="5722690" y="2743267"/>
            <a:ext cx="432968" cy="433836"/>
          </a:xfrm>
          <a:custGeom>
            <a:avLst/>
            <a:gdLst/>
            <a:ahLst/>
            <a:cxnLst/>
            <a:rect l="l" t="t" r="r" b="b"/>
            <a:pathLst>
              <a:path w="32426" h="32491" extrusionOk="0">
                <a:moveTo>
                  <a:pt x="15887" y="1"/>
                </a:moveTo>
                <a:lnTo>
                  <a:pt x="20649" y="4763"/>
                </a:lnTo>
                <a:lnTo>
                  <a:pt x="15887" y="9526"/>
                </a:lnTo>
                <a:lnTo>
                  <a:pt x="26749" y="9526"/>
                </a:lnTo>
                <a:lnTo>
                  <a:pt x="26749" y="15332"/>
                </a:lnTo>
                <a:lnTo>
                  <a:pt x="22933" y="15332"/>
                </a:lnTo>
                <a:lnTo>
                  <a:pt x="22933" y="19116"/>
                </a:lnTo>
                <a:lnTo>
                  <a:pt x="15332" y="19116"/>
                </a:lnTo>
                <a:lnTo>
                  <a:pt x="15332" y="22900"/>
                </a:lnTo>
                <a:lnTo>
                  <a:pt x="7667" y="22900"/>
                </a:lnTo>
                <a:lnTo>
                  <a:pt x="7667" y="26684"/>
                </a:lnTo>
                <a:lnTo>
                  <a:pt x="1" y="26684"/>
                </a:lnTo>
                <a:lnTo>
                  <a:pt x="1" y="32490"/>
                </a:lnTo>
                <a:lnTo>
                  <a:pt x="32425" y="32490"/>
                </a:lnTo>
                <a:lnTo>
                  <a:pt x="32425" y="15332"/>
                </a:lnTo>
                <a:lnTo>
                  <a:pt x="28641" y="15332"/>
                </a:lnTo>
                <a:lnTo>
                  <a:pt x="2864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 name="Google Shape;244;p21"/>
          <p:cNvGrpSpPr/>
          <p:nvPr/>
        </p:nvGrpSpPr>
        <p:grpSpPr>
          <a:xfrm>
            <a:off x="5739727" y="3658690"/>
            <a:ext cx="432964" cy="431586"/>
            <a:chOff x="5812000" y="2553488"/>
            <a:chExt cx="769850" cy="767400"/>
          </a:xfrm>
        </p:grpSpPr>
        <p:sp>
          <p:nvSpPr>
            <p:cNvPr id="44" name="Google Shape;245;p21"/>
            <p:cNvSpPr/>
            <p:nvPr/>
          </p:nvSpPr>
          <p:spPr>
            <a:xfrm>
              <a:off x="5858475" y="2553488"/>
              <a:ext cx="150900" cy="150900"/>
            </a:xfrm>
            <a:custGeom>
              <a:avLst/>
              <a:gdLst/>
              <a:ahLst/>
              <a:cxnLst/>
              <a:rect l="l" t="t" r="r" b="b"/>
              <a:pathLst>
                <a:path w="6036" h="6036" extrusionOk="0">
                  <a:moveTo>
                    <a:pt x="3034" y="1"/>
                  </a:moveTo>
                  <a:cubicBezTo>
                    <a:pt x="1338" y="1"/>
                    <a:pt x="0" y="1338"/>
                    <a:pt x="0" y="3002"/>
                  </a:cubicBezTo>
                  <a:cubicBezTo>
                    <a:pt x="0" y="4665"/>
                    <a:pt x="1338" y="6035"/>
                    <a:pt x="3034" y="6035"/>
                  </a:cubicBezTo>
                  <a:cubicBezTo>
                    <a:pt x="4698" y="6035"/>
                    <a:pt x="6035" y="4665"/>
                    <a:pt x="6035" y="3002"/>
                  </a:cubicBezTo>
                  <a:cubicBezTo>
                    <a:pt x="6035" y="1338"/>
                    <a:pt x="4698" y="1"/>
                    <a:pt x="30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46;p21"/>
            <p:cNvSpPr/>
            <p:nvPr/>
          </p:nvSpPr>
          <p:spPr>
            <a:xfrm>
              <a:off x="5812000" y="2732888"/>
              <a:ext cx="244675" cy="425725"/>
            </a:xfrm>
            <a:custGeom>
              <a:avLst/>
              <a:gdLst/>
              <a:ahLst/>
              <a:cxnLst/>
              <a:rect l="l" t="t" r="r" b="b"/>
              <a:pathLst>
                <a:path w="9787" h="17029" extrusionOk="0">
                  <a:moveTo>
                    <a:pt x="1501" y="1"/>
                  </a:moveTo>
                  <a:cubicBezTo>
                    <a:pt x="685" y="1"/>
                    <a:pt x="0" y="686"/>
                    <a:pt x="0" y="1501"/>
                  </a:cubicBezTo>
                  <a:lnTo>
                    <a:pt x="0" y="7993"/>
                  </a:lnTo>
                  <a:cubicBezTo>
                    <a:pt x="33" y="8808"/>
                    <a:pt x="685" y="9493"/>
                    <a:pt x="1501" y="9493"/>
                  </a:cubicBezTo>
                  <a:lnTo>
                    <a:pt x="1794" y="9493"/>
                  </a:lnTo>
                  <a:lnTo>
                    <a:pt x="1794" y="15528"/>
                  </a:lnTo>
                  <a:cubicBezTo>
                    <a:pt x="1794" y="16343"/>
                    <a:pt x="2479" y="17028"/>
                    <a:pt x="3295" y="17028"/>
                  </a:cubicBezTo>
                  <a:lnTo>
                    <a:pt x="6459" y="17028"/>
                  </a:lnTo>
                  <a:cubicBezTo>
                    <a:pt x="7274" y="17028"/>
                    <a:pt x="7992" y="16343"/>
                    <a:pt x="7992" y="15528"/>
                  </a:cubicBezTo>
                  <a:lnTo>
                    <a:pt x="7992" y="15169"/>
                  </a:lnTo>
                  <a:cubicBezTo>
                    <a:pt x="7698" y="14647"/>
                    <a:pt x="7535" y="14027"/>
                    <a:pt x="7535" y="13408"/>
                  </a:cubicBezTo>
                  <a:lnTo>
                    <a:pt x="7535" y="5546"/>
                  </a:lnTo>
                  <a:cubicBezTo>
                    <a:pt x="7535" y="3981"/>
                    <a:pt x="8481" y="2676"/>
                    <a:pt x="9786" y="2121"/>
                  </a:cubicBezTo>
                  <a:lnTo>
                    <a:pt x="9786" y="1501"/>
                  </a:lnTo>
                  <a:cubicBezTo>
                    <a:pt x="9786" y="686"/>
                    <a:pt x="9068" y="1"/>
                    <a:pt x="82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47;p21"/>
            <p:cNvSpPr/>
            <p:nvPr/>
          </p:nvSpPr>
          <p:spPr>
            <a:xfrm>
              <a:off x="6384475" y="2553488"/>
              <a:ext cx="150875" cy="150900"/>
            </a:xfrm>
            <a:custGeom>
              <a:avLst/>
              <a:gdLst/>
              <a:ahLst/>
              <a:cxnLst/>
              <a:rect l="l" t="t" r="r" b="b"/>
              <a:pathLst>
                <a:path w="6035" h="6036" extrusionOk="0">
                  <a:moveTo>
                    <a:pt x="3034" y="1"/>
                  </a:moveTo>
                  <a:cubicBezTo>
                    <a:pt x="1338" y="1"/>
                    <a:pt x="0" y="1338"/>
                    <a:pt x="0" y="3002"/>
                  </a:cubicBezTo>
                  <a:cubicBezTo>
                    <a:pt x="0" y="4665"/>
                    <a:pt x="1338" y="6035"/>
                    <a:pt x="3034" y="6035"/>
                  </a:cubicBezTo>
                  <a:cubicBezTo>
                    <a:pt x="4698" y="6035"/>
                    <a:pt x="6035" y="4665"/>
                    <a:pt x="6035" y="3002"/>
                  </a:cubicBezTo>
                  <a:cubicBezTo>
                    <a:pt x="6035" y="1338"/>
                    <a:pt x="4698" y="1"/>
                    <a:pt x="30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48;p21"/>
            <p:cNvSpPr/>
            <p:nvPr/>
          </p:nvSpPr>
          <p:spPr>
            <a:xfrm>
              <a:off x="6337975" y="2732088"/>
              <a:ext cx="243875" cy="425700"/>
            </a:xfrm>
            <a:custGeom>
              <a:avLst/>
              <a:gdLst/>
              <a:ahLst/>
              <a:cxnLst/>
              <a:rect l="l" t="t" r="r" b="b"/>
              <a:pathLst>
                <a:path w="9755" h="17028" extrusionOk="0">
                  <a:moveTo>
                    <a:pt x="1501" y="0"/>
                  </a:moveTo>
                  <a:cubicBezTo>
                    <a:pt x="653" y="0"/>
                    <a:pt x="1" y="685"/>
                    <a:pt x="1" y="1501"/>
                  </a:cubicBezTo>
                  <a:lnTo>
                    <a:pt x="1" y="2121"/>
                  </a:lnTo>
                  <a:cubicBezTo>
                    <a:pt x="1338" y="2675"/>
                    <a:pt x="2219" y="4013"/>
                    <a:pt x="2219" y="5546"/>
                  </a:cubicBezTo>
                  <a:lnTo>
                    <a:pt x="2219" y="13407"/>
                  </a:lnTo>
                  <a:cubicBezTo>
                    <a:pt x="2219" y="14027"/>
                    <a:pt x="2056" y="14614"/>
                    <a:pt x="1795" y="15169"/>
                  </a:cubicBezTo>
                  <a:lnTo>
                    <a:pt x="1795" y="15527"/>
                  </a:lnTo>
                  <a:cubicBezTo>
                    <a:pt x="1795" y="16343"/>
                    <a:pt x="2480" y="17028"/>
                    <a:pt x="3296" y="17028"/>
                  </a:cubicBezTo>
                  <a:lnTo>
                    <a:pt x="6460" y="17028"/>
                  </a:lnTo>
                  <a:cubicBezTo>
                    <a:pt x="7275" y="17028"/>
                    <a:pt x="7960" y="16343"/>
                    <a:pt x="7960" y="15527"/>
                  </a:cubicBezTo>
                  <a:lnTo>
                    <a:pt x="7960" y="9493"/>
                  </a:lnTo>
                  <a:lnTo>
                    <a:pt x="8254" y="9493"/>
                  </a:lnTo>
                  <a:cubicBezTo>
                    <a:pt x="9069" y="9493"/>
                    <a:pt x="9754" y="8808"/>
                    <a:pt x="9754" y="7992"/>
                  </a:cubicBezTo>
                  <a:lnTo>
                    <a:pt x="9754" y="1501"/>
                  </a:lnTo>
                  <a:cubicBezTo>
                    <a:pt x="9754" y="685"/>
                    <a:pt x="9069" y="0"/>
                    <a:pt x="82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49;p21"/>
            <p:cNvSpPr/>
            <p:nvPr/>
          </p:nvSpPr>
          <p:spPr>
            <a:xfrm>
              <a:off x="6057450" y="2834013"/>
              <a:ext cx="279750" cy="486875"/>
            </a:xfrm>
            <a:custGeom>
              <a:avLst/>
              <a:gdLst/>
              <a:ahLst/>
              <a:cxnLst/>
              <a:rect l="l" t="t" r="r" b="b"/>
              <a:pathLst>
                <a:path w="11190" h="19475" extrusionOk="0">
                  <a:moveTo>
                    <a:pt x="1501" y="1"/>
                  </a:moveTo>
                  <a:cubicBezTo>
                    <a:pt x="653" y="1"/>
                    <a:pt x="1" y="653"/>
                    <a:pt x="1" y="1501"/>
                  </a:cubicBezTo>
                  <a:lnTo>
                    <a:pt x="1" y="3948"/>
                  </a:lnTo>
                  <a:lnTo>
                    <a:pt x="1" y="9363"/>
                  </a:lnTo>
                  <a:cubicBezTo>
                    <a:pt x="1" y="10178"/>
                    <a:pt x="686" y="10863"/>
                    <a:pt x="1501" y="10863"/>
                  </a:cubicBezTo>
                  <a:lnTo>
                    <a:pt x="2088" y="10863"/>
                  </a:lnTo>
                  <a:lnTo>
                    <a:pt x="2088" y="17974"/>
                  </a:lnTo>
                  <a:cubicBezTo>
                    <a:pt x="2088" y="18790"/>
                    <a:pt x="2773" y="19475"/>
                    <a:pt x="3589" y="19475"/>
                  </a:cubicBezTo>
                  <a:lnTo>
                    <a:pt x="7601" y="19475"/>
                  </a:lnTo>
                  <a:cubicBezTo>
                    <a:pt x="8417" y="19475"/>
                    <a:pt x="9134" y="18790"/>
                    <a:pt x="9134" y="17974"/>
                  </a:cubicBezTo>
                  <a:lnTo>
                    <a:pt x="9134" y="10831"/>
                  </a:lnTo>
                  <a:lnTo>
                    <a:pt x="9689" y="10831"/>
                  </a:lnTo>
                  <a:cubicBezTo>
                    <a:pt x="10504" y="10831"/>
                    <a:pt x="11189" y="10146"/>
                    <a:pt x="11189" y="9330"/>
                  </a:cubicBezTo>
                  <a:lnTo>
                    <a:pt x="11189" y="3948"/>
                  </a:lnTo>
                  <a:lnTo>
                    <a:pt x="11189" y="1501"/>
                  </a:lnTo>
                  <a:cubicBezTo>
                    <a:pt x="11189" y="686"/>
                    <a:pt x="10504" y="1"/>
                    <a:pt x="968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250;p21"/>
            <p:cNvSpPr/>
            <p:nvPr/>
          </p:nvSpPr>
          <p:spPr>
            <a:xfrm>
              <a:off x="6108825" y="2627688"/>
              <a:ext cx="175375" cy="175375"/>
            </a:xfrm>
            <a:custGeom>
              <a:avLst/>
              <a:gdLst/>
              <a:ahLst/>
              <a:cxnLst/>
              <a:rect l="l" t="t" r="r" b="b"/>
              <a:pathLst>
                <a:path w="7015" h="7015" extrusionOk="0">
                  <a:moveTo>
                    <a:pt x="3524" y="1"/>
                  </a:moveTo>
                  <a:cubicBezTo>
                    <a:pt x="1599" y="1"/>
                    <a:pt x="1" y="1567"/>
                    <a:pt x="1" y="3524"/>
                  </a:cubicBezTo>
                  <a:cubicBezTo>
                    <a:pt x="1" y="5448"/>
                    <a:pt x="1599" y="7014"/>
                    <a:pt x="3524" y="7014"/>
                  </a:cubicBezTo>
                  <a:cubicBezTo>
                    <a:pt x="5448" y="7014"/>
                    <a:pt x="7014" y="5448"/>
                    <a:pt x="7014" y="3524"/>
                  </a:cubicBezTo>
                  <a:cubicBezTo>
                    <a:pt x="7014" y="1567"/>
                    <a:pt x="5448" y="1"/>
                    <a:pt x="35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3"/>
          <p:cNvSpPr txBox="1">
            <a:spLocks noGrp="1"/>
          </p:cNvSpPr>
          <p:nvPr>
            <p:ph type="ctrTitle" idx="6"/>
          </p:nvPr>
        </p:nvSpPr>
        <p:spPr>
          <a:xfrm>
            <a:off x="311700" y="644550"/>
            <a:ext cx="8520600" cy="606600"/>
          </a:xfrm>
          <a:prstGeom prst="rect">
            <a:avLst/>
          </a:prstGeom>
        </p:spPr>
        <p:txBody>
          <a:bodyPr spcFirstLastPara="1" wrap="square" lIns="91425" tIns="91425" rIns="91425" bIns="91425" anchor="b" anchorCtr="0">
            <a:noAutofit/>
          </a:bodyPr>
          <a:lstStyle/>
          <a:p>
            <a:pPr lvl="0"/>
            <a:r>
              <a:rPr lang="en-US" dirty="0"/>
              <a:t>How does the web work?</a:t>
            </a:r>
          </a:p>
        </p:txBody>
      </p:sp>
      <p:sp>
        <p:nvSpPr>
          <p:cNvPr id="273" name="Google Shape;273;p23"/>
          <p:cNvSpPr txBox="1">
            <a:spLocks noGrp="1"/>
          </p:cNvSpPr>
          <p:nvPr>
            <p:ph type="subTitle" idx="2"/>
          </p:nvPr>
        </p:nvSpPr>
        <p:spPr>
          <a:xfrm>
            <a:off x="1457020" y="1614342"/>
            <a:ext cx="7260718" cy="502500"/>
          </a:xfrm>
          <a:prstGeom prst="rect">
            <a:avLst/>
          </a:prstGeom>
        </p:spPr>
        <p:txBody>
          <a:bodyPr spcFirstLastPara="1" wrap="square" lIns="91425" tIns="91425" rIns="91425" bIns="91425" anchor="t" anchorCtr="0">
            <a:noAutofit/>
          </a:bodyPr>
          <a:lstStyle/>
          <a:p>
            <a:pPr marL="0" lvl="0" indent="0" algn="l"/>
            <a:r>
              <a:rPr lang="en-US" dirty="0"/>
              <a:t>The web </a:t>
            </a:r>
            <a:r>
              <a:rPr lang="en-US" dirty="0" smtClean="0"/>
              <a:t>is </a:t>
            </a:r>
            <a:r>
              <a:rPr lang="en-US" dirty="0"/>
              <a:t>a system for publishing pages of information on the internet, and for linking pages together using links.</a:t>
            </a:r>
            <a:endParaRPr dirty="0"/>
          </a:p>
        </p:txBody>
      </p:sp>
      <p:grpSp>
        <p:nvGrpSpPr>
          <p:cNvPr id="283" name="Google Shape;283;p23"/>
          <p:cNvGrpSpPr/>
          <p:nvPr/>
        </p:nvGrpSpPr>
        <p:grpSpPr>
          <a:xfrm>
            <a:off x="311700" y="1506409"/>
            <a:ext cx="953335" cy="556148"/>
            <a:chOff x="12618250" y="628300"/>
            <a:chExt cx="5236725" cy="4370775"/>
          </a:xfrm>
        </p:grpSpPr>
        <p:sp>
          <p:nvSpPr>
            <p:cNvPr id="284" name="Google Shape;284;p23"/>
            <p:cNvSpPr/>
            <p:nvPr/>
          </p:nvSpPr>
          <p:spPr>
            <a:xfrm>
              <a:off x="12618250" y="628300"/>
              <a:ext cx="5236725" cy="4370775"/>
            </a:xfrm>
            <a:custGeom>
              <a:avLst/>
              <a:gdLst/>
              <a:ahLst/>
              <a:cxnLst/>
              <a:rect l="l" t="t" r="r" b="b"/>
              <a:pathLst>
                <a:path w="209469" h="174831" extrusionOk="0">
                  <a:moveTo>
                    <a:pt x="198078" y="11364"/>
                  </a:moveTo>
                  <a:lnTo>
                    <a:pt x="198078" y="12404"/>
                  </a:lnTo>
                  <a:lnTo>
                    <a:pt x="198078" y="134142"/>
                  </a:lnTo>
                  <a:cubicBezTo>
                    <a:pt x="198078" y="134854"/>
                    <a:pt x="197749" y="135155"/>
                    <a:pt x="197037" y="135155"/>
                  </a:cubicBezTo>
                  <a:lnTo>
                    <a:pt x="12295" y="135155"/>
                  </a:lnTo>
                  <a:cubicBezTo>
                    <a:pt x="11555" y="135155"/>
                    <a:pt x="11254" y="134854"/>
                    <a:pt x="11254" y="134142"/>
                  </a:cubicBezTo>
                  <a:lnTo>
                    <a:pt x="11254" y="12404"/>
                  </a:lnTo>
                  <a:lnTo>
                    <a:pt x="11254" y="11364"/>
                  </a:lnTo>
                  <a:close/>
                  <a:moveTo>
                    <a:pt x="11254" y="0"/>
                  </a:moveTo>
                  <a:lnTo>
                    <a:pt x="11254" y="302"/>
                  </a:lnTo>
                  <a:cubicBezTo>
                    <a:pt x="5203" y="712"/>
                    <a:pt x="712" y="5559"/>
                    <a:pt x="0" y="11364"/>
                  </a:cubicBezTo>
                  <a:lnTo>
                    <a:pt x="0" y="12404"/>
                  </a:lnTo>
                  <a:lnTo>
                    <a:pt x="0" y="134142"/>
                  </a:lnTo>
                  <a:cubicBezTo>
                    <a:pt x="0" y="136497"/>
                    <a:pt x="603" y="138496"/>
                    <a:pt x="1643" y="140275"/>
                  </a:cubicBezTo>
                  <a:cubicBezTo>
                    <a:pt x="3998" y="144410"/>
                    <a:pt x="7503" y="146518"/>
                    <a:pt x="12295" y="146518"/>
                  </a:cubicBezTo>
                  <a:lnTo>
                    <a:pt x="79708" y="146518"/>
                  </a:lnTo>
                  <a:lnTo>
                    <a:pt x="79708" y="163550"/>
                  </a:lnTo>
                  <a:lnTo>
                    <a:pt x="66921" y="163550"/>
                  </a:lnTo>
                  <a:cubicBezTo>
                    <a:pt x="63717" y="163550"/>
                    <a:pt x="61253" y="166014"/>
                    <a:pt x="61253" y="169190"/>
                  </a:cubicBezTo>
                  <a:cubicBezTo>
                    <a:pt x="61253" y="172366"/>
                    <a:pt x="63717" y="174831"/>
                    <a:pt x="66921" y="174831"/>
                  </a:cubicBezTo>
                  <a:lnTo>
                    <a:pt x="142439" y="174831"/>
                  </a:lnTo>
                  <a:cubicBezTo>
                    <a:pt x="145642" y="174831"/>
                    <a:pt x="148189" y="172366"/>
                    <a:pt x="148189" y="169190"/>
                  </a:cubicBezTo>
                  <a:cubicBezTo>
                    <a:pt x="148189" y="166014"/>
                    <a:pt x="145642" y="163550"/>
                    <a:pt x="142439" y="163550"/>
                  </a:cubicBezTo>
                  <a:lnTo>
                    <a:pt x="129651" y="163550"/>
                  </a:lnTo>
                  <a:lnTo>
                    <a:pt x="129651" y="146518"/>
                  </a:lnTo>
                  <a:lnTo>
                    <a:pt x="197065" y="146518"/>
                  </a:lnTo>
                  <a:cubicBezTo>
                    <a:pt x="201911" y="146518"/>
                    <a:pt x="205388" y="144437"/>
                    <a:pt x="207716" y="140275"/>
                  </a:cubicBezTo>
                  <a:cubicBezTo>
                    <a:pt x="208784" y="138386"/>
                    <a:pt x="209468" y="136360"/>
                    <a:pt x="209468" y="134142"/>
                  </a:cubicBezTo>
                  <a:lnTo>
                    <a:pt x="209468" y="12404"/>
                  </a:lnTo>
                  <a:lnTo>
                    <a:pt x="209468" y="11364"/>
                  </a:lnTo>
                  <a:cubicBezTo>
                    <a:pt x="208756" y="5559"/>
                    <a:pt x="203910" y="712"/>
                    <a:pt x="198078" y="302"/>
                  </a:cubicBezTo>
                  <a:lnTo>
                    <a:pt x="19807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3"/>
            <p:cNvSpPr/>
            <p:nvPr/>
          </p:nvSpPr>
          <p:spPr>
            <a:xfrm>
              <a:off x="14145450" y="1440150"/>
              <a:ext cx="2050900" cy="2127575"/>
            </a:xfrm>
            <a:custGeom>
              <a:avLst/>
              <a:gdLst/>
              <a:ahLst/>
              <a:cxnLst/>
              <a:rect l="l" t="t" r="r" b="b"/>
              <a:pathLst>
                <a:path w="82036" h="85103" extrusionOk="0">
                  <a:moveTo>
                    <a:pt x="56844" y="4108"/>
                  </a:moveTo>
                  <a:cubicBezTo>
                    <a:pt x="57228" y="4108"/>
                    <a:pt x="57529" y="4437"/>
                    <a:pt x="57529" y="4793"/>
                  </a:cubicBezTo>
                  <a:cubicBezTo>
                    <a:pt x="57529" y="5176"/>
                    <a:pt x="57228" y="5477"/>
                    <a:pt x="56844" y="5477"/>
                  </a:cubicBezTo>
                  <a:lnTo>
                    <a:pt x="44742" y="5477"/>
                  </a:lnTo>
                  <a:cubicBezTo>
                    <a:pt x="44358" y="5477"/>
                    <a:pt x="44057" y="5176"/>
                    <a:pt x="44057" y="4793"/>
                  </a:cubicBezTo>
                  <a:cubicBezTo>
                    <a:pt x="44057" y="4437"/>
                    <a:pt x="44358" y="4108"/>
                    <a:pt x="44742" y="4108"/>
                  </a:cubicBezTo>
                  <a:close/>
                  <a:moveTo>
                    <a:pt x="67879" y="39074"/>
                  </a:moveTo>
                  <a:cubicBezTo>
                    <a:pt x="65387" y="39074"/>
                    <a:pt x="63334" y="41073"/>
                    <a:pt x="63334" y="43619"/>
                  </a:cubicBezTo>
                  <a:lnTo>
                    <a:pt x="63334" y="44085"/>
                  </a:lnTo>
                  <a:cubicBezTo>
                    <a:pt x="63334" y="46631"/>
                    <a:pt x="65332" y="48630"/>
                    <a:pt x="67879" y="48630"/>
                  </a:cubicBezTo>
                  <a:lnTo>
                    <a:pt x="77490" y="48630"/>
                  </a:lnTo>
                  <a:cubicBezTo>
                    <a:pt x="79982" y="48630"/>
                    <a:pt x="82035" y="46577"/>
                    <a:pt x="82035" y="44085"/>
                  </a:cubicBezTo>
                  <a:lnTo>
                    <a:pt x="82035" y="43565"/>
                  </a:lnTo>
                  <a:cubicBezTo>
                    <a:pt x="82035" y="41073"/>
                    <a:pt x="79982" y="39074"/>
                    <a:pt x="77490" y="39074"/>
                  </a:cubicBezTo>
                  <a:close/>
                  <a:moveTo>
                    <a:pt x="37896" y="37513"/>
                  </a:moveTo>
                  <a:lnTo>
                    <a:pt x="37896" y="40525"/>
                  </a:lnTo>
                  <a:cubicBezTo>
                    <a:pt x="47781" y="40525"/>
                    <a:pt x="55858" y="48575"/>
                    <a:pt x="55858" y="58487"/>
                  </a:cubicBezTo>
                  <a:lnTo>
                    <a:pt x="58898" y="58487"/>
                  </a:lnTo>
                  <a:cubicBezTo>
                    <a:pt x="58898" y="46933"/>
                    <a:pt x="49451" y="37513"/>
                    <a:pt x="37896" y="37513"/>
                  </a:cubicBezTo>
                  <a:close/>
                  <a:moveTo>
                    <a:pt x="37896" y="48165"/>
                  </a:moveTo>
                  <a:lnTo>
                    <a:pt x="37896" y="51204"/>
                  </a:lnTo>
                  <a:cubicBezTo>
                    <a:pt x="41921" y="51204"/>
                    <a:pt x="45207" y="54490"/>
                    <a:pt x="45207" y="58542"/>
                  </a:cubicBezTo>
                  <a:lnTo>
                    <a:pt x="48274" y="58542"/>
                  </a:lnTo>
                  <a:cubicBezTo>
                    <a:pt x="48274" y="52820"/>
                    <a:pt x="43619" y="48165"/>
                    <a:pt x="37896" y="48165"/>
                  </a:cubicBezTo>
                  <a:close/>
                  <a:moveTo>
                    <a:pt x="37896" y="42743"/>
                  </a:moveTo>
                  <a:lnTo>
                    <a:pt x="37896" y="45810"/>
                  </a:lnTo>
                  <a:cubicBezTo>
                    <a:pt x="44906" y="45810"/>
                    <a:pt x="50629" y="51505"/>
                    <a:pt x="50629" y="58542"/>
                  </a:cubicBezTo>
                  <a:lnTo>
                    <a:pt x="53668" y="58542"/>
                  </a:lnTo>
                  <a:lnTo>
                    <a:pt x="53668" y="58487"/>
                  </a:lnTo>
                  <a:cubicBezTo>
                    <a:pt x="53668" y="49808"/>
                    <a:pt x="46576" y="42743"/>
                    <a:pt x="37896" y="42743"/>
                  </a:cubicBezTo>
                  <a:close/>
                  <a:moveTo>
                    <a:pt x="67879" y="50383"/>
                  </a:moveTo>
                  <a:cubicBezTo>
                    <a:pt x="65387" y="50383"/>
                    <a:pt x="63334" y="52436"/>
                    <a:pt x="63334" y="54955"/>
                  </a:cubicBezTo>
                  <a:lnTo>
                    <a:pt x="63334" y="55448"/>
                  </a:lnTo>
                  <a:cubicBezTo>
                    <a:pt x="63334" y="57967"/>
                    <a:pt x="65332" y="60021"/>
                    <a:pt x="67879" y="60021"/>
                  </a:cubicBezTo>
                  <a:lnTo>
                    <a:pt x="77490" y="60021"/>
                  </a:lnTo>
                  <a:cubicBezTo>
                    <a:pt x="79982" y="60021"/>
                    <a:pt x="82035" y="57995"/>
                    <a:pt x="82035" y="55448"/>
                  </a:cubicBezTo>
                  <a:lnTo>
                    <a:pt x="82035" y="54955"/>
                  </a:lnTo>
                  <a:cubicBezTo>
                    <a:pt x="82035" y="52436"/>
                    <a:pt x="80036" y="50383"/>
                    <a:pt x="77490" y="50383"/>
                  </a:cubicBezTo>
                  <a:close/>
                  <a:moveTo>
                    <a:pt x="50793" y="76450"/>
                  </a:moveTo>
                  <a:cubicBezTo>
                    <a:pt x="52381" y="76450"/>
                    <a:pt x="53668" y="77737"/>
                    <a:pt x="53668" y="79325"/>
                  </a:cubicBezTo>
                  <a:cubicBezTo>
                    <a:pt x="53668" y="80885"/>
                    <a:pt x="52408" y="82200"/>
                    <a:pt x="50793" y="82200"/>
                  </a:cubicBezTo>
                  <a:cubicBezTo>
                    <a:pt x="49232" y="82200"/>
                    <a:pt x="47918" y="80913"/>
                    <a:pt x="47918" y="79325"/>
                  </a:cubicBezTo>
                  <a:cubicBezTo>
                    <a:pt x="47918" y="77709"/>
                    <a:pt x="49177" y="76450"/>
                    <a:pt x="50793" y="76450"/>
                  </a:cubicBezTo>
                  <a:close/>
                  <a:moveTo>
                    <a:pt x="31872" y="1"/>
                  </a:moveTo>
                  <a:cubicBezTo>
                    <a:pt x="28723" y="1"/>
                    <a:pt x="26122" y="2602"/>
                    <a:pt x="26122" y="5751"/>
                  </a:cubicBezTo>
                  <a:lnTo>
                    <a:pt x="26122" y="21550"/>
                  </a:lnTo>
                  <a:cubicBezTo>
                    <a:pt x="18455" y="25876"/>
                    <a:pt x="10542" y="30394"/>
                    <a:pt x="10542" y="30394"/>
                  </a:cubicBezTo>
                  <a:cubicBezTo>
                    <a:pt x="6271" y="32147"/>
                    <a:pt x="0" y="37869"/>
                    <a:pt x="0" y="51286"/>
                  </a:cubicBezTo>
                  <a:cubicBezTo>
                    <a:pt x="0" y="52491"/>
                    <a:pt x="55" y="53614"/>
                    <a:pt x="165" y="54681"/>
                  </a:cubicBezTo>
                  <a:lnTo>
                    <a:pt x="274" y="55585"/>
                  </a:lnTo>
                  <a:cubicBezTo>
                    <a:pt x="384" y="56379"/>
                    <a:pt x="521" y="57118"/>
                    <a:pt x="685" y="57858"/>
                  </a:cubicBezTo>
                  <a:cubicBezTo>
                    <a:pt x="740" y="58104"/>
                    <a:pt x="794" y="58378"/>
                    <a:pt x="849" y="58597"/>
                  </a:cubicBezTo>
                  <a:cubicBezTo>
                    <a:pt x="1068" y="59418"/>
                    <a:pt x="1287" y="60213"/>
                    <a:pt x="1616" y="60924"/>
                  </a:cubicBezTo>
                  <a:cubicBezTo>
                    <a:pt x="1780" y="61280"/>
                    <a:pt x="1917" y="61609"/>
                    <a:pt x="2081" y="61965"/>
                  </a:cubicBezTo>
                  <a:cubicBezTo>
                    <a:pt x="2273" y="62348"/>
                    <a:pt x="2437" y="62677"/>
                    <a:pt x="2602" y="63033"/>
                  </a:cubicBezTo>
                  <a:cubicBezTo>
                    <a:pt x="2821" y="63444"/>
                    <a:pt x="3012" y="63799"/>
                    <a:pt x="3259" y="64183"/>
                  </a:cubicBezTo>
                  <a:cubicBezTo>
                    <a:pt x="3314" y="64265"/>
                    <a:pt x="3368" y="64320"/>
                    <a:pt x="3423" y="64429"/>
                  </a:cubicBezTo>
                  <a:cubicBezTo>
                    <a:pt x="8981" y="72781"/>
                    <a:pt x="19167" y="72808"/>
                    <a:pt x="19167" y="72808"/>
                  </a:cubicBezTo>
                  <a:lnTo>
                    <a:pt x="26095" y="72808"/>
                  </a:lnTo>
                  <a:lnTo>
                    <a:pt x="26095" y="79352"/>
                  </a:lnTo>
                  <a:cubicBezTo>
                    <a:pt x="26095" y="82501"/>
                    <a:pt x="28696" y="85102"/>
                    <a:pt x="31845" y="85102"/>
                  </a:cubicBezTo>
                  <a:lnTo>
                    <a:pt x="69713" y="85102"/>
                  </a:lnTo>
                  <a:cubicBezTo>
                    <a:pt x="72917" y="85102"/>
                    <a:pt x="75464" y="82501"/>
                    <a:pt x="75464" y="79352"/>
                  </a:cubicBezTo>
                  <a:lnTo>
                    <a:pt x="75464" y="71384"/>
                  </a:lnTo>
                  <a:lnTo>
                    <a:pt x="77490" y="71384"/>
                  </a:lnTo>
                  <a:cubicBezTo>
                    <a:pt x="80036" y="71384"/>
                    <a:pt x="82035" y="69331"/>
                    <a:pt x="82035" y="66811"/>
                  </a:cubicBezTo>
                  <a:lnTo>
                    <a:pt x="82035" y="66319"/>
                  </a:lnTo>
                  <a:cubicBezTo>
                    <a:pt x="82035" y="63772"/>
                    <a:pt x="79982" y="61746"/>
                    <a:pt x="77490" y="61746"/>
                  </a:cubicBezTo>
                  <a:lnTo>
                    <a:pt x="67879" y="61746"/>
                  </a:lnTo>
                  <a:cubicBezTo>
                    <a:pt x="65332" y="61746"/>
                    <a:pt x="63334" y="63799"/>
                    <a:pt x="63334" y="66319"/>
                  </a:cubicBezTo>
                  <a:lnTo>
                    <a:pt x="63334" y="66811"/>
                  </a:lnTo>
                  <a:cubicBezTo>
                    <a:pt x="63334" y="69331"/>
                    <a:pt x="65387" y="71384"/>
                    <a:pt x="67879" y="71384"/>
                  </a:cubicBezTo>
                  <a:lnTo>
                    <a:pt x="71466" y="71384"/>
                  </a:lnTo>
                  <a:lnTo>
                    <a:pt x="71466" y="74451"/>
                  </a:lnTo>
                  <a:lnTo>
                    <a:pt x="30065" y="74451"/>
                  </a:lnTo>
                  <a:lnTo>
                    <a:pt x="30065" y="33160"/>
                  </a:lnTo>
                  <a:cubicBezTo>
                    <a:pt x="32146" y="31845"/>
                    <a:pt x="34063" y="30586"/>
                    <a:pt x="35158" y="29710"/>
                  </a:cubicBezTo>
                  <a:cubicBezTo>
                    <a:pt x="40744" y="25411"/>
                    <a:pt x="46001" y="21988"/>
                    <a:pt x="46713" y="18867"/>
                  </a:cubicBezTo>
                  <a:cubicBezTo>
                    <a:pt x="47408" y="15861"/>
                    <a:pt x="45874" y="13206"/>
                    <a:pt x="42806" y="13206"/>
                  </a:cubicBezTo>
                  <a:cubicBezTo>
                    <a:pt x="41766" y="13206"/>
                    <a:pt x="40549" y="13511"/>
                    <a:pt x="39183" y="14212"/>
                  </a:cubicBezTo>
                  <a:cubicBezTo>
                    <a:pt x="37486" y="15115"/>
                    <a:pt x="34035" y="17032"/>
                    <a:pt x="30065" y="19250"/>
                  </a:cubicBezTo>
                  <a:lnTo>
                    <a:pt x="30065" y="9091"/>
                  </a:lnTo>
                  <a:lnTo>
                    <a:pt x="71466" y="9091"/>
                  </a:lnTo>
                  <a:lnTo>
                    <a:pt x="71466" y="27738"/>
                  </a:lnTo>
                  <a:lnTo>
                    <a:pt x="67879" y="27738"/>
                  </a:lnTo>
                  <a:cubicBezTo>
                    <a:pt x="65387" y="27738"/>
                    <a:pt x="63334" y="29792"/>
                    <a:pt x="63334" y="32283"/>
                  </a:cubicBezTo>
                  <a:lnTo>
                    <a:pt x="63334" y="32776"/>
                  </a:lnTo>
                  <a:cubicBezTo>
                    <a:pt x="63334" y="35295"/>
                    <a:pt x="65387" y="37322"/>
                    <a:pt x="67879" y="37322"/>
                  </a:cubicBezTo>
                  <a:lnTo>
                    <a:pt x="77490" y="37322"/>
                  </a:lnTo>
                  <a:cubicBezTo>
                    <a:pt x="80036" y="37322"/>
                    <a:pt x="82035" y="35268"/>
                    <a:pt x="82035" y="32776"/>
                  </a:cubicBezTo>
                  <a:lnTo>
                    <a:pt x="82035" y="32256"/>
                  </a:lnTo>
                  <a:cubicBezTo>
                    <a:pt x="82035" y="29797"/>
                    <a:pt x="80088" y="27764"/>
                    <a:pt x="77642" y="27764"/>
                  </a:cubicBezTo>
                  <a:cubicBezTo>
                    <a:pt x="77610" y="27764"/>
                    <a:pt x="77577" y="27765"/>
                    <a:pt x="77545" y="27766"/>
                  </a:cubicBezTo>
                  <a:lnTo>
                    <a:pt x="75546" y="27766"/>
                  </a:lnTo>
                  <a:lnTo>
                    <a:pt x="75546" y="5751"/>
                  </a:lnTo>
                  <a:cubicBezTo>
                    <a:pt x="75546" y="2602"/>
                    <a:pt x="72944" y="1"/>
                    <a:pt x="697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87" name="Google Shape;287;p23"/>
          <p:cNvCxnSpPr/>
          <p:nvPr/>
        </p:nvCxnSpPr>
        <p:spPr>
          <a:xfrm>
            <a:off x="311700" y="1191700"/>
            <a:ext cx="8520600" cy="0"/>
          </a:xfrm>
          <a:prstGeom prst="straightConnector1">
            <a:avLst/>
          </a:prstGeom>
          <a:noFill/>
          <a:ln w="9525" cap="flat" cmpd="sng">
            <a:solidFill>
              <a:schemeClr val="accent1"/>
            </a:solidFill>
            <a:prstDash val="solid"/>
            <a:round/>
            <a:headEnd type="none" w="med" len="med"/>
            <a:tailEnd type="none" w="med" len="med"/>
          </a:ln>
        </p:spPr>
      </p:cxnSp>
      <p:graphicFrame>
        <p:nvGraphicFramePr>
          <p:cNvPr id="7" name="Table 6"/>
          <p:cNvGraphicFramePr>
            <a:graphicFrameLocks noGrp="1"/>
          </p:cNvGraphicFramePr>
          <p:nvPr>
            <p:extLst>
              <p:ext uri="{D42A27DB-BD31-4B8C-83A1-F6EECF244321}">
                <p14:modId xmlns:p14="http://schemas.microsoft.com/office/powerpoint/2010/main" val="334256341"/>
              </p:ext>
            </p:extLst>
          </p:nvPr>
        </p:nvGraphicFramePr>
        <p:xfrm>
          <a:off x="311700" y="2317816"/>
          <a:ext cx="8520600" cy="2533305"/>
        </p:xfrm>
        <a:graphic>
          <a:graphicData uri="http://schemas.openxmlformats.org/drawingml/2006/table">
            <a:tbl>
              <a:tblPr firstRow="1" bandRow="1">
                <a:tableStyleId>{5C22544A-7EE6-4342-B048-85BDC9FD1C3A}</a:tableStyleId>
              </a:tblPr>
              <a:tblGrid>
                <a:gridCol w="4260300"/>
                <a:gridCol w="4260300"/>
              </a:tblGrid>
              <a:tr h="35063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fr-FR" sz="1400" b="1" i="0" u="none" strike="noStrike" cap="none" dirty="0" smtClean="0">
                          <a:solidFill>
                            <a:schemeClr val="accent1"/>
                          </a:solidFill>
                          <a:effectLst/>
                          <a:latin typeface="+mn-lt"/>
                          <a:ea typeface="+mn-ea"/>
                          <a:cs typeface="+mn-cs"/>
                          <a:sym typeface="Arial"/>
                        </a:rPr>
                        <a:t>Click on the </a:t>
                      </a:r>
                      <a:r>
                        <a:rPr lang="fr-FR" sz="1400" b="1" i="0" u="none" strike="noStrike" cap="none" dirty="0" err="1" smtClean="0">
                          <a:solidFill>
                            <a:schemeClr val="accent1"/>
                          </a:solidFill>
                          <a:effectLst/>
                          <a:latin typeface="+mn-lt"/>
                          <a:ea typeface="+mn-ea"/>
                          <a:cs typeface="+mn-cs"/>
                          <a:sym typeface="Arial"/>
                        </a:rPr>
                        <a:t>link</a:t>
                      </a:r>
                      <a:r>
                        <a:rPr lang="fr-FR" sz="1400" b="1" i="0" u="none" strike="noStrike" cap="none" dirty="0" smtClean="0">
                          <a:solidFill>
                            <a:schemeClr val="accent1"/>
                          </a:solidFill>
                          <a:effectLst/>
                          <a:latin typeface="+mn-lt"/>
                          <a:ea typeface="+mn-ea"/>
                          <a:cs typeface="+mn-cs"/>
                          <a:sym typeface="Arial"/>
                        </a:rPr>
                        <a:t> </a:t>
                      </a:r>
                    </a:p>
                  </a:txBody>
                  <a:tcPr>
                    <a:lnL w="12700" cmpd="sng">
                      <a:noFill/>
                    </a:lnL>
                    <a:lnR w="12700" cap="flat" cmpd="sng" algn="ctr">
                      <a:solidFill>
                        <a:schemeClr val="accent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sz="1400" b="1" i="0" u="none" strike="noStrike" cap="none" dirty="0" smtClean="0">
                          <a:solidFill>
                            <a:schemeClr val="accent1"/>
                          </a:solidFill>
                          <a:effectLst/>
                          <a:latin typeface="+mn-lt"/>
                          <a:ea typeface="+mn-ea"/>
                          <a:cs typeface="+mn-cs"/>
                          <a:sym typeface="Arial"/>
                        </a:rPr>
                        <a:t>Web pages and web servers</a:t>
                      </a:r>
                      <a:endParaRPr lang="en-US" sz="1400" b="1" i="0" u="none" strike="noStrike" cap="none" dirty="0">
                        <a:solidFill>
                          <a:schemeClr val="accent1"/>
                        </a:solidFill>
                        <a:effectLst/>
                        <a:latin typeface="+mn-lt"/>
                        <a:ea typeface="+mn-ea"/>
                        <a:cs typeface="+mn-cs"/>
                        <a:sym typeface="Arial"/>
                      </a:endParaRPr>
                    </a:p>
                  </a:txBody>
                  <a:tcPr>
                    <a:lnL w="12700" cap="flat" cmpd="sng" algn="ctr">
                      <a:solidFill>
                        <a:schemeClr val="accent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r>
              <a:tr h="2182672">
                <a:tc>
                  <a:txBody>
                    <a:bodyPr/>
                    <a:lstStyle/>
                    <a:p>
                      <a:r>
                        <a:rPr lang="en-US" sz="1100" b="0" i="0" u="none" strike="noStrike" cap="none" dirty="0" smtClean="0">
                          <a:solidFill>
                            <a:schemeClr val="lt1"/>
                          </a:solidFill>
                          <a:effectLst/>
                          <a:latin typeface="Roboto Black"/>
                          <a:ea typeface="+mn-ea"/>
                          <a:cs typeface="+mn-cs"/>
                          <a:sym typeface="Arial"/>
                        </a:rPr>
                        <a:t>The web is based on the idea of ’hypertext’. This implies that texts can be embedded inside other texts. </a:t>
                      </a:r>
                    </a:p>
                    <a:p>
                      <a:r>
                        <a:rPr lang="en-US" sz="1100" b="0" i="0" u="none" strike="noStrike" cap="none" dirty="0" smtClean="0">
                          <a:solidFill>
                            <a:schemeClr val="lt1"/>
                          </a:solidFill>
                          <a:effectLst/>
                          <a:latin typeface="Roboto Black"/>
                          <a:ea typeface="+mn-ea"/>
                          <a:cs typeface="+mn-cs"/>
                          <a:sym typeface="Arial"/>
                        </a:rPr>
                        <a:t>Traditionally, links were shown by using underlined blue text, and they changed </a:t>
                      </a:r>
                      <a:r>
                        <a:rPr lang="en-US" sz="1100" b="0" i="0" u="none" strike="noStrike" cap="none" dirty="0" err="1" smtClean="0">
                          <a:solidFill>
                            <a:schemeClr val="lt1"/>
                          </a:solidFill>
                          <a:effectLst/>
                          <a:latin typeface="Roboto Black"/>
                          <a:ea typeface="+mn-ea"/>
                          <a:cs typeface="+mn-cs"/>
                          <a:sym typeface="Arial"/>
                        </a:rPr>
                        <a:t>colour</a:t>
                      </a:r>
                      <a:r>
                        <a:rPr lang="en-US" sz="1100" b="0" i="0" u="none" strike="noStrike" cap="none" dirty="0" smtClean="0">
                          <a:solidFill>
                            <a:schemeClr val="lt1"/>
                          </a:solidFill>
                          <a:effectLst/>
                          <a:latin typeface="Roboto Black"/>
                          <a:ea typeface="+mn-ea"/>
                          <a:cs typeface="+mn-cs"/>
                          <a:sym typeface="Arial"/>
                        </a:rPr>
                        <a:t> after they’d been clicked. However, icons, images, videos and other items can also be used as links. </a:t>
                      </a:r>
                    </a:p>
                    <a:p>
                      <a:r>
                        <a:rPr lang="en-US" sz="1100" b="0" i="0" u="none" strike="noStrike" cap="none" dirty="0" smtClean="0">
                          <a:solidFill>
                            <a:schemeClr val="lt1"/>
                          </a:solidFill>
                          <a:effectLst/>
                          <a:latin typeface="Roboto Black"/>
                          <a:ea typeface="+mn-ea"/>
                          <a:cs typeface="+mn-cs"/>
                          <a:sym typeface="Arial"/>
                        </a:rPr>
                        <a:t>The web is also traversed by ’spiders’ (or software robots) that follow links and collect information that can be used by search engines such as Google. Not all web users are human!</a:t>
                      </a:r>
                      <a:endParaRPr lang="en-US" sz="1100" b="0" i="0" u="none" strike="noStrike" cap="none" dirty="0">
                        <a:solidFill>
                          <a:schemeClr val="lt1"/>
                        </a:solidFill>
                        <a:effectLst/>
                        <a:latin typeface="Roboto Black"/>
                        <a:ea typeface="+mn-ea"/>
                        <a:cs typeface="+mn-cs"/>
                        <a:sym typeface="Arial"/>
                      </a:endParaRPr>
                    </a:p>
                  </a:txBody>
                  <a:tcPr>
                    <a:lnL w="12700" cmpd="sng">
                      <a:noFill/>
                    </a:lnL>
                    <a:lnR w="12700" cap="flat" cmpd="sng" algn="ctr">
                      <a:solidFill>
                        <a:schemeClr val="accent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lang="en-US" sz="1100" b="0" i="0" u="none" strike="noStrike" cap="none" dirty="0" smtClean="0">
                          <a:solidFill>
                            <a:schemeClr val="lt1"/>
                          </a:solidFill>
                          <a:effectLst/>
                          <a:latin typeface="Roboto Black"/>
                          <a:ea typeface="+mn-ea"/>
                          <a:cs typeface="+mn-cs"/>
                          <a:sym typeface="Arial"/>
                        </a:rPr>
                        <a:t>Web pages are written in text with Hypertext Markup Language (HTML), then uploaded to a host computer running web server software, such as Apache or Microsoft’s IIS (Internet Information Server).</a:t>
                      </a:r>
                    </a:p>
                    <a:p>
                      <a:r>
                        <a:rPr lang="en-US" sz="1100" b="0" i="0" u="none" strike="noStrike" cap="none" dirty="0" smtClean="0">
                          <a:solidFill>
                            <a:schemeClr val="lt1"/>
                          </a:solidFill>
                          <a:effectLst/>
                          <a:latin typeface="Roboto Black"/>
                          <a:ea typeface="+mn-ea"/>
                          <a:cs typeface="+mn-cs"/>
                          <a:sym typeface="Arial"/>
                        </a:rPr>
                        <a:t>The web server sends out pages when they are requested by a web browser, such as Microsoft Internet Explorer, Mozilla Firefox or Google Chrome. The host and client communicate using an agreed ’language’ called HTTP (</a:t>
                      </a:r>
                      <a:r>
                        <a:rPr lang="en-US" sz="1100" b="0" i="0" u="none" strike="noStrike" cap="none" dirty="0" err="1" smtClean="0">
                          <a:solidFill>
                            <a:schemeClr val="lt1"/>
                          </a:solidFill>
                          <a:effectLst/>
                          <a:latin typeface="Roboto Black"/>
                          <a:ea typeface="+mn-ea"/>
                          <a:cs typeface="+mn-cs"/>
                          <a:sym typeface="Arial"/>
                        </a:rPr>
                        <a:t>HyperText</a:t>
                      </a:r>
                      <a:r>
                        <a:rPr lang="en-US" sz="1100" b="0" i="0" u="none" strike="noStrike" cap="none" dirty="0" smtClean="0">
                          <a:solidFill>
                            <a:schemeClr val="lt1"/>
                          </a:solidFill>
                          <a:effectLst/>
                          <a:latin typeface="Roboto Black"/>
                          <a:ea typeface="+mn-ea"/>
                          <a:cs typeface="+mn-cs"/>
                          <a:sym typeface="Arial"/>
                        </a:rPr>
                        <a:t> Transfer Protocol). This is why web page addresses begin with http:// and so on.</a:t>
                      </a:r>
                      <a:endParaRPr lang="en-US" sz="1100" b="0" i="0" u="none" strike="noStrike" cap="none" dirty="0">
                        <a:solidFill>
                          <a:schemeClr val="lt1"/>
                        </a:solidFill>
                        <a:effectLst/>
                        <a:latin typeface="Roboto Black"/>
                        <a:ea typeface="+mn-ea"/>
                        <a:cs typeface="+mn-cs"/>
                        <a:sym typeface="Arial"/>
                      </a:endParaRPr>
                    </a:p>
                  </a:txBody>
                  <a:tcPr>
                    <a:lnL w="12700" cap="flat" cmpd="sng" algn="ctr">
                      <a:solidFill>
                        <a:schemeClr val="accent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r>
            </a:tbl>
          </a:graphicData>
        </a:graphic>
      </p:graphicFrame>
      <p:grpSp>
        <p:nvGrpSpPr>
          <p:cNvPr id="46" name="Google Shape;4444;p45"/>
          <p:cNvGrpSpPr/>
          <p:nvPr/>
        </p:nvGrpSpPr>
        <p:grpSpPr>
          <a:xfrm>
            <a:off x="1337218" y="2364852"/>
            <a:ext cx="239603" cy="230363"/>
            <a:chOff x="3854700" y="249750"/>
            <a:chExt cx="500425" cy="481125"/>
          </a:xfrm>
          <a:solidFill>
            <a:schemeClr val="accent1"/>
          </a:solidFill>
        </p:grpSpPr>
        <p:sp>
          <p:nvSpPr>
            <p:cNvPr id="47" name="Google Shape;4445;p45"/>
            <p:cNvSpPr/>
            <p:nvPr/>
          </p:nvSpPr>
          <p:spPr>
            <a:xfrm>
              <a:off x="4206725" y="598350"/>
              <a:ext cx="70775" cy="68025"/>
            </a:xfrm>
            <a:custGeom>
              <a:avLst/>
              <a:gdLst/>
              <a:ahLst/>
              <a:cxnLst/>
              <a:rect l="l" t="t" r="r" b="b"/>
              <a:pathLst>
                <a:path w="2831" h="2721" extrusionOk="0">
                  <a:moveTo>
                    <a:pt x="622" y="1"/>
                  </a:moveTo>
                  <a:cubicBezTo>
                    <a:pt x="478" y="1"/>
                    <a:pt x="333" y="56"/>
                    <a:pt x="223" y="165"/>
                  </a:cubicBezTo>
                  <a:cubicBezTo>
                    <a:pt x="0" y="388"/>
                    <a:pt x="0" y="744"/>
                    <a:pt x="223" y="966"/>
                  </a:cubicBezTo>
                  <a:lnTo>
                    <a:pt x="1819" y="2562"/>
                  </a:lnTo>
                  <a:cubicBezTo>
                    <a:pt x="1929" y="2668"/>
                    <a:pt x="2070" y="2721"/>
                    <a:pt x="2211" y="2721"/>
                  </a:cubicBezTo>
                  <a:cubicBezTo>
                    <a:pt x="2356" y="2721"/>
                    <a:pt x="2501" y="2665"/>
                    <a:pt x="2611" y="2553"/>
                  </a:cubicBezTo>
                  <a:cubicBezTo>
                    <a:pt x="2828" y="2337"/>
                    <a:pt x="2831" y="1984"/>
                    <a:pt x="2617" y="1764"/>
                  </a:cubicBezTo>
                  <a:lnTo>
                    <a:pt x="1021" y="165"/>
                  </a:lnTo>
                  <a:cubicBezTo>
                    <a:pt x="911" y="56"/>
                    <a:pt x="767" y="1"/>
                    <a:pt x="62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 name="Google Shape;4446;p45"/>
            <p:cNvSpPr/>
            <p:nvPr/>
          </p:nvSpPr>
          <p:spPr>
            <a:xfrm>
              <a:off x="4226750" y="538600"/>
              <a:ext cx="91250" cy="48150"/>
            </a:xfrm>
            <a:custGeom>
              <a:avLst/>
              <a:gdLst/>
              <a:ahLst/>
              <a:cxnLst/>
              <a:rect l="l" t="t" r="r" b="b"/>
              <a:pathLst>
                <a:path w="3650" h="1926" extrusionOk="0">
                  <a:moveTo>
                    <a:pt x="631" y="1"/>
                  </a:moveTo>
                  <a:cubicBezTo>
                    <a:pt x="393" y="1"/>
                    <a:pt x="175" y="151"/>
                    <a:pt x="97" y="387"/>
                  </a:cubicBezTo>
                  <a:cubicBezTo>
                    <a:pt x="0" y="676"/>
                    <a:pt x="151" y="993"/>
                    <a:pt x="440" y="1098"/>
                  </a:cubicBezTo>
                  <a:lnTo>
                    <a:pt x="2837" y="1896"/>
                  </a:lnTo>
                  <a:cubicBezTo>
                    <a:pt x="2896" y="1916"/>
                    <a:pt x="2956" y="1925"/>
                    <a:pt x="3014" y="1925"/>
                  </a:cubicBezTo>
                  <a:cubicBezTo>
                    <a:pt x="3251" y="1925"/>
                    <a:pt x="3471" y="1774"/>
                    <a:pt x="3551" y="1538"/>
                  </a:cubicBezTo>
                  <a:cubicBezTo>
                    <a:pt x="3650" y="1243"/>
                    <a:pt x="3490" y="920"/>
                    <a:pt x="3192" y="824"/>
                  </a:cubicBezTo>
                  <a:lnTo>
                    <a:pt x="798" y="26"/>
                  </a:lnTo>
                  <a:cubicBezTo>
                    <a:pt x="742" y="9"/>
                    <a:pt x="686" y="1"/>
                    <a:pt x="63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 name="Google Shape;4447;p45"/>
            <p:cNvSpPr/>
            <p:nvPr/>
          </p:nvSpPr>
          <p:spPr>
            <a:xfrm>
              <a:off x="4146500" y="618325"/>
              <a:ext cx="52050" cy="88650"/>
            </a:xfrm>
            <a:custGeom>
              <a:avLst/>
              <a:gdLst/>
              <a:ahLst/>
              <a:cxnLst/>
              <a:rect l="l" t="t" r="r" b="b"/>
              <a:pathLst>
                <a:path w="2082" h="3546" extrusionOk="0">
                  <a:moveTo>
                    <a:pt x="632" y="1"/>
                  </a:moveTo>
                  <a:cubicBezTo>
                    <a:pt x="574" y="1"/>
                    <a:pt x="514" y="10"/>
                    <a:pt x="455" y="29"/>
                  </a:cubicBezTo>
                  <a:cubicBezTo>
                    <a:pt x="160" y="128"/>
                    <a:pt x="0" y="447"/>
                    <a:pt x="100" y="746"/>
                  </a:cubicBezTo>
                  <a:lnTo>
                    <a:pt x="898" y="3140"/>
                  </a:lnTo>
                  <a:cubicBezTo>
                    <a:pt x="970" y="3386"/>
                    <a:pt x="1196" y="3546"/>
                    <a:pt x="1439" y="3546"/>
                  </a:cubicBezTo>
                  <a:cubicBezTo>
                    <a:pt x="1498" y="3546"/>
                    <a:pt x="1558" y="3536"/>
                    <a:pt x="1617" y="3516"/>
                  </a:cubicBezTo>
                  <a:cubicBezTo>
                    <a:pt x="1921" y="3417"/>
                    <a:pt x="2081" y="3082"/>
                    <a:pt x="1970" y="2784"/>
                  </a:cubicBezTo>
                  <a:lnTo>
                    <a:pt x="1172" y="387"/>
                  </a:lnTo>
                  <a:cubicBezTo>
                    <a:pt x="1092" y="150"/>
                    <a:pt x="871" y="1"/>
                    <a:pt x="63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0" name="Google Shape;4448;p45"/>
            <p:cNvSpPr/>
            <p:nvPr/>
          </p:nvSpPr>
          <p:spPr>
            <a:xfrm>
              <a:off x="3927425" y="319075"/>
              <a:ext cx="70650" cy="67850"/>
            </a:xfrm>
            <a:custGeom>
              <a:avLst/>
              <a:gdLst/>
              <a:ahLst/>
              <a:cxnLst/>
              <a:rect l="l" t="t" r="r" b="b"/>
              <a:pathLst>
                <a:path w="2826" h="2714" extrusionOk="0">
                  <a:moveTo>
                    <a:pt x="621" y="0"/>
                  </a:moveTo>
                  <a:cubicBezTo>
                    <a:pt x="477" y="0"/>
                    <a:pt x="333" y="55"/>
                    <a:pt x="223" y="165"/>
                  </a:cubicBezTo>
                  <a:cubicBezTo>
                    <a:pt x="4" y="385"/>
                    <a:pt x="1" y="737"/>
                    <a:pt x="214" y="957"/>
                  </a:cubicBezTo>
                  <a:lnTo>
                    <a:pt x="1813" y="2556"/>
                  </a:lnTo>
                  <a:cubicBezTo>
                    <a:pt x="1922" y="2661"/>
                    <a:pt x="2062" y="2714"/>
                    <a:pt x="2203" y="2714"/>
                  </a:cubicBezTo>
                  <a:cubicBezTo>
                    <a:pt x="2348" y="2714"/>
                    <a:pt x="2494" y="2658"/>
                    <a:pt x="2605" y="2547"/>
                  </a:cubicBezTo>
                  <a:cubicBezTo>
                    <a:pt x="2822" y="2330"/>
                    <a:pt x="2825" y="1977"/>
                    <a:pt x="2611" y="1755"/>
                  </a:cubicBezTo>
                  <a:lnTo>
                    <a:pt x="1012" y="159"/>
                  </a:lnTo>
                  <a:cubicBezTo>
                    <a:pt x="904" y="53"/>
                    <a:pt x="762" y="0"/>
                    <a:pt x="62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1" name="Google Shape;4449;p45"/>
            <p:cNvSpPr/>
            <p:nvPr/>
          </p:nvSpPr>
          <p:spPr>
            <a:xfrm>
              <a:off x="4007000" y="279300"/>
              <a:ext cx="51675" cy="88150"/>
            </a:xfrm>
            <a:custGeom>
              <a:avLst/>
              <a:gdLst/>
              <a:ahLst/>
              <a:cxnLst/>
              <a:rect l="l" t="t" r="r" b="b"/>
              <a:pathLst>
                <a:path w="2067" h="3526" extrusionOk="0">
                  <a:moveTo>
                    <a:pt x="632" y="0"/>
                  </a:moveTo>
                  <a:cubicBezTo>
                    <a:pt x="573" y="0"/>
                    <a:pt x="512" y="10"/>
                    <a:pt x="452" y="30"/>
                  </a:cubicBezTo>
                  <a:cubicBezTo>
                    <a:pt x="160" y="127"/>
                    <a:pt x="0" y="437"/>
                    <a:pt x="91" y="732"/>
                  </a:cubicBezTo>
                  <a:lnTo>
                    <a:pt x="889" y="3126"/>
                  </a:lnTo>
                  <a:cubicBezTo>
                    <a:pt x="964" y="3370"/>
                    <a:pt x="1188" y="3525"/>
                    <a:pt x="1428" y="3525"/>
                  </a:cubicBezTo>
                  <a:cubicBezTo>
                    <a:pt x="1487" y="3525"/>
                    <a:pt x="1547" y="3516"/>
                    <a:pt x="1605" y="3496"/>
                  </a:cubicBezTo>
                  <a:cubicBezTo>
                    <a:pt x="1907" y="3397"/>
                    <a:pt x="2066" y="3069"/>
                    <a:pt x="1961" y="2771"/>
                  </a:cubicBezTo>
                  <a:lnTo>
                    <a:pt x="1160" y="374"/>
                  </a:lnTo>
                  <a:cubicBezTo>
                    <a:pt x="1079" y="144"/>
                    <a:pt x="863" y="0"/>
                    <a:pt x="63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2" name="Google Shape;4450;p45"/>
            <p:cNvSpPr/>
            <p:nvPr/>
          </p:nvSpPr>
          <p:spPr>
            <a:xfrm>
              <a:off x="3887300" y="398850"/>
              <a:ext cx="91800" cy="48250"/>
            </a:xfrm>
            <a:custGeom>
              <a:avLst/>
              <a:gdLst/>
              <a:ahLst/>
              <a:cxnLst/>
              <a:rect l="l" t="t" r="r" b="b"/>
              <a:pathLst>
                <a:path w="3672" h="1930" extrusionOk="0">
                  <a:moveTo>
                    <a:pt x="638" y="0"/>
                  </a:moveTo>
                  <a:cubicBezTo>
                    <a:pt x="399" y="0"/>
                    <a:pt x="178" y="150"/>
                    <a:pt x="100" y="385"/>
                  </a:cubicBezTo>
                  <a:cubicBezTo>
                    <a:pt x="1" y="678"/>
                    <a:pt x="154" y="991"/>
                    <a:pt x="443" y="1096"/>
                  </a:cubicBezTo>
                  <a:lnTo>
                    <a:pt x="2840" y="1894"/>
                  </a:lnTo>
                  <a:cubicBezTo>
                    <a:pt x="2905" y="1918"/>
                    <a:pt x="2971" y="1930"/>
                    <a:pt x="3036" y="1930"/>
                  </a:cubicBezTo>
                  <a:cubicBezTo>
                    <a:pt x="3271" y="1930"/>
                    <a:pt x="3492" y="1781"/>
                    <a:pt x="3572" y="1545"/>
                  </a:cubicBezTo>
                  <a:cubicBezTo>
                    <a:pt x="3671" y="1241"/>
                    <a:pt x="3503" y="915"/>
                    <a:pt x="3195" y="825"/>
                  </a:cubicBezTo>
                  <a:lnTo>
                    <a:pt x="802" y="24"/>
                  </a:lnTo>
                  <a:cubicBezTo>
                    <a:pt x="747" y="8"/>
                    <a:pt x="692" y="0"/>
                    <a:pt x="63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 name="Google Shape;4451;p45"/>
            <p:cNvSpPr/>
            <p:nvPr/>
          </p:nvSpPr>
          <p:spPr>
            <a:xfrm>
              <a:off x="3854700" y="413675"/>
              <a:ext cx="353475" cy="317200"/>
            </a:xfrm>
            <a:custGeom>
              <a:avLst/>
              <a:gdLst/>
              <a:ahLst/>
              <a:cxnLst/>
              <a:rect l="l" t="t" r="r" b="b"/>
              <a:pathLst>
                <a:path w="14139" h="12688" extrusionOk="0">
                  <a:moveTo>
                    <a:pt x="12278" y="0"/>
                  </a:moveTo>
                  <a:lnTo>
                    <a:pt x="10639" y="1635"/>
                  </a:lnTo>
                  <a:cubicBezTo>
                    <a:pt x="10811" y="1720"/>
                    <a:pt x="10971" y="1831"/>
                    <a:pt x="11109" y="1964"/>
                  </a:cubicBezTo>
                  <a:cubicBezTo>
                    <a:pt x="11772" y="2623"/>
                    <a:pt x="11772" y="3698"/>
                    <a:pt x="11109" y="4358"/>
                  </a:cubicBezTo>
                  <a:lnTo>
                    <a:pt x="5520" y="9949"/>
                  </a:lnTo>
                  <a:cubicBezTo>
                    <a:pt x="5189" y="10281"/>
                    <a:pt x="4755" y="10446"/>
                    <a:pt x="4322" y="10446"/>
                  </a:cubicBezTo>
                  <a:cubicBezTo>
                    <a:pt x="3889" y="10446"/>
                    <a:pt x="3456" y="10281"/>
                    <a:pt x="3126" y="9949"/>
                  </a:cubicBezTo>
                  <a:cubicBezTo>
                    <a:pt x="2464" y="9287"/>
                    <a:pt x="2464" y="8215"/>
                    <a:pt x="3126" y="7552"/>
                  </a:cubicBezTo>
                  <a:lnTo>
                    <a:pt x="5331" y="5351"/>
                  </a:lnTo>
                  <a:cubicBezTo>
                    <a:pt x="4924" y="4499"/>
                    <a:pt x="4764" y="3554"/>
                    <a:pt x="4867" y="2620"/>
                  </a:cubicBezTo>
                  <a:lnTo>
                    <a:pt x="4867" y="2620"/>
                  </a:lnTo>
                  <a:lnTo>
                    <a:pt x="1527" y="5956"/>
                  </a:lnTo>
                  <a:cubicBezTo>
                    <a:pt x="1" y="7501"/>
                    <a:pt x="7" y="9992"/>
                    <a:pt x="1545" y="11530"/>
                  </a:cubicBezTo>
                  <a:cubicBezTo>
                    <a:pt x="2316" y="12301"/>
                    <a:pt x="3328" y="12687"/>
                    <a:pt x="4340" y="12687"/>
                  </a:cubicBezTo>
                  <a:cubicBezTo>
                    <a:pt x="5344" y="12687"/>
                    <a:pt x="6348" y="12307"/>
                    <a:pt x="7119" y="11545"/>
                  </a:cubicBezTo>
                  <a:lnTo>
                    <a:pt x="12708" y="5956"/>
                  </a:lnTo>
                  <a:cubicBezTo>
                    <a:pt x="13783" y="4878"/>
                    <a:pt x="14139" y="3276"/>
                    <a:pt x="13627" y="1843"/>
                  </a:cubicBezTo>
                  <a:cubicBezTo>
                    <a:pt x="13500" y="1467"/>
                    <a:pt x="13316" y="1114"/>
                    <a:pt x="13076" y="798"/>
                  </a:cubicBezTo>
                  <a:lnTo>
                    <a:pt x="13066" y="807"/>
                  </a:lnTo>
                  <a:cubicBezTo>
                    <a:pt x="12955" y="663"/>
                    <a:pt x="12844" y="503"/>
                    <a:pt x="12708" y="368"/>
                  </a:cubicBezTo>
                  <a:cubicBezTo>
                    <a:pt x="12570" y="235"/>
                    <a:pt x="12428" y="115"/>
                    <a:pt x="1227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 name="Google Shape;4452;p45"/>
            <p:cNvSpPr/>
            <p:nvPr/>
          </p:nvSpPr>
          <p:spPr>
            <a:xfrm>
              <a:off x="3996825" y="249750"/>
              <a:ext cx="358300" cy="322025"/>
            </a:xfrm>
            <a:custGeom>
              <a:avLst/>
              <a:gdLst/>
              <a:ahLst/>
              <a:cxnLst/>
              <a:rect l="l" t="t" r="r" b="b"/>
              <a:pathLst>
                <a:path w="14332" h="12881" extrusionOk="0">
                  <a:moveTo>
                    <a:pt x="9993" y="1"/>
                  </a:moveTo>
                  <a:cubicBezTo>
                    <a:pt x="8989" y="1"/>
                    <a:pt x="7985" y="381"/>
                    <a:pt x="7216" y="1143"/>
                  </a:cubicBezTo>
                  <a:lnTo>
                    <a:pt x="1434" y="6925"/>
                  </a:lnTo>
                  <a:cubicBezTo>
                    <a:pt x="359" y="8003"/>
                    <a:pt x="1" y="9605"/>
                    <a:pt x="516" y="11038"/>
                  </a:cubicBezTo>
                  <a:cubicBezTo>
                    <a:pt x="639" y="11414"/>
                    <a:pt x="826" y="11767"/>
                    <a:pt x="1067" y="12083"/>
                  </a:cubicBezTo>
                  <a:lnTo>
                    <a:pt x="1073" y="12074"/>
                  </a:lnTo>
                  <a:cubicBezTo>
                    <a:pt x="1187" y="12218"/>
                    <a:pt x="1296" y="12378"/>
                    <a:pt x="1434" y="12513"/>
                  </a:cubicBezTo>
                  <a:cubicBezTo>
                    <a:pt x="1570" y="12646"/>
                    <a:pt x="1711" y="12766"/>
                    <a:pt x="1865" y="12881"/>
                  </a:cubicBezTo>
                  <a:lnTo>
                    <a:pt x="3500" y="11243"/>
                  </a:lnTo>
                  <a:cubicBezTo>
                    <a:pt x="3328" y="11158"/>
                    <a:pt x="3169" y="11050"/>
                    <a:pt x="3030" y="10918"/>
                  </a:cubicBezTo>
                  <a:cubicBezTo>
                    <a:pt x="2368" y="10255"/>
                    <a:pt x="2368" y="9183"/>
                    <a:pt x="3030" y="8521"/>
                  </a:cubicBezTo>
                  <a:lnTo>
                    <a:pt x="8812" y="2739"/>
                  </a:lnTo>
                  <a:cubicBezTo>
                    <a:pt x="9143" y="2408"/>
                    <a:pt x="9577" y="2242"/>
                    <a:pt x="10010" y="2242"/>
                  </a:cubicBezTo>
                  <a:cubicBezTo>
                    <a:pt x="10443" y="2242"/>
                    <a:pt x="10876" y="2408"/>
                    <a:pt x="11206" y="2739"/>
                  </a:cubicBezTo>
                  <a:cubicBezTo>
                    <a:pt x="11868" y="3401"/>
                    <a:pt x="11868" y="4473"/>
                    <a:pt x="11206" y="5136"/>
                  </a:cubicBezTo>
                  <a:lnTo>
                    <a:pt x="8812" y="7530"/>
                  </a:lnTo>
                  <a:cubicBezTo>
                    <a:pt x="9215" y="8382"/>
                    <a:pt x="9375" y="9328"/>
                    <a:pt x="9273" y="10261"/>
                  </a:cubicBezTo>
                  <a:lnTo>
                    <a:pt x="12805" y="6732"/>
                  </a:lnTo>
                  <a:cubicBezTo>
                    <a:pt x="14331" y="5187"/>
                    <a:pt x="14325" y="2697"/>
                    <a:pt x="12787" y="1158"/>
                  </a:cubicBezTo>
                  <a:cubicBezTo>
                    <a:pt x="12016" y="387"/>
                    <a:pt x="11004" y="1"/>
                    <a:pt x="999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55" name="Google Shape;4929;p45"/>
          <p:cNvSpPr/>
          <p:nvPr/>
        </p:nvSpPr>
        <p:spPr>
          <a:xfrm>
            <a:off x="5044860" y="2328411"/>
            <a:ext cx="285954" cy="273939"/>
          </a:xfrm>
          <a:custGeom>
            <a:avLst/>
            <a:gdLst/>
            <a:ahLst/>
            <a:cxnLst/>
            <a:rect l="l" t="t" r="r" b="b"/>
            <a:pathLst>
              <a:path w="19329" h="19325" extrusionOk="0">
                <a:moveTo>
                  <a:pt x="9062" y="1229"/>
                </a:moveTo>
                <a:lnTo>
                  <a:pt x="9062" y="4539"/>
                </a:lnTo>
                <a:cubicBezTo>
                  <a:pt x="8470" y="4557"/>
                  <a:pt x="7885" y="4602"/>
                  <a:pt x="7311" y="4674"/>
                </a:cubicBezTo>
                <a:cubicBezTo>
                  <a:pt x="7223" y="4339"/>
                  <a:pt x="7036" y="4037"/>
                  <a:pt x="6773" y="3811"/>
                </a:cubicBezTo>
                <a:cubicBezTo>
                  <a:pt x="7392" y="2428"/>
                  <a:pt x="8211" y="1513"/>
                  <a:pt x="9062" y="1229"/>
                </a:cubicBezTo>
                <a:close/>
                <a:moveTo>
                  <a:pt x="10194" y="1226"/>
                </a:moveTo>
                <a:cubicBezTo>
                  <a:pt x="11278" y="1586"/>
                  <a:pt x="12272" y="2944"/>
                  <a:pt x="12912" y="4835"/>
                </a:cubicBezTo>
                <a:cubicBezTo>
                  <a:pt x="12015" y="4662"/>
                  <a:pt x="11106" y="4566"/>
                  <a:pt x="10194" y="4539"/>
                </a:cubicBezTo>
                <a:lnTo>
                  <a:pt x="10194" y="1226"/>
                </a:lnTo>
                <a:close/>
                <a:moveTo>
                  <a:pt x="5665" y="4530"/>
                </a:moveTo>
                <a:cubicBezTo>
                  <a:pt x="6170" y="4530"/>
                  <a:pt x="6423" y="5139"/>
                  <a:pt x="6067" y="5496"/>
                </a:cubicBezTo>
                <a:cubicBezTo>
                  <a:pt x="5950" y="5611"/>
                  <a:pt x="5808" y="5663"/>
                  <a:pt x="5669" y="5663"/>
                </a:cubicBezTo>
                <a:cubicBezTo>
                  <a:pt x="5378" y="5663"/>
                  <a:pt x="5101" y="5438"/>
                  <a:pt x="5101" y="5097"/>
                </a:cubicBezTo>
                <a:cubicBezTo>
                  <a:pt x="5101" y="4783"/>
                  <a:pt x="5351" y="4530"/>
                  <a:pt x="5665" y="4530"/>
                </a:cubicBezTo>
                <a:close/>
                <a:moveTo>
                  <a:pt x="6743" y="1643"/>
                </a:moveTo>
                <a:cubicBezTo>
                  <a:pt x="6363" y="2129"/>
                  <a:pt x="6019" y="2718"/>
                  <a:pt x="5717" y="3397"/>
                </a:cubicBezTo>
                <a:lnTo>
                  <a:pt x="5665" y="3397"/>
                </a:lnTo>
                <a:cubicBezTo>
                  <a:pt x="4578" y="3397"/>
                  <a:pt x="3769" y="4406"/>
                  <a:pt x="4008" y="5469"/>
                </a:cubicBezTo>
                <a:cubicBezTo>
                  <a:pt x="3075" y="5822"/>
                  <a:pt x="2277" y="6266"/>
                  <a:pt x="1646" y="6773"/>
                </a:cubicBezTo>
                <a:cubicBezTo>
                  <a:pt x="2507" y="4394"/>
                  <a:pt x="4373" y="2516"/>
                  <a:pt x="6743" y="1643"/>
                </a:cubicBezTo>
                <a:close/>
                <a:moveTo>
                  <a:pt x="12510" y="1631"/>
                </a:moveTo>
                <a:lnTo>
                  <a:pt x="12510" y="1631"/>
                </a:lnTo>
                <a:cubicBezTo>
                  <a:pt x="14926" y="2500"/>
                  <a:pt x="16828" y="4403"/>
                  <a:pt x="17698" y="6818"/>
                </a:cubicBezTo>
                <a:cubicBezTo>
                  <a:pt x="17269" y="6483"/>
                  <a:pt x="16810" y="6196"/>
                  <a:pt x="16327" y="5955"/>
                </a:cubicBezTo>
                <a:cubicBezTo>
                  <a:pt x="15645" y="5614"/>
                  <a:pt x="14932" y="5342"/>
                  <a:pt x="14195" y="5136"/>
                </a:cubicBezTo>
                <a:cubicBezTo>
                  <a:pt x="13933" y="4203"/>
                  <a:pt x="13585" y="3349"/>
                  <a:pt x="13169" y="2612"/>
                </a:cubicBezTo>
                <a:cubicBezTo>
                  <a:pt x="12975" y="2268"/>
                  <a:pt x="12755" y="1942"/>
                  <a:pt x="12510" y="1631"/>
                </a:cubicBezTo>
                <a:close/>
                <a:moveTo>
                  <a:pt x="4636" y="6444"/>
                </a:moveTo>
                <a:cubicBezTo>
                  <a:pt x="4684" y="6483"/>
                  <a:pt x="4738" y="6519"/>
                  <a:pt x="4793" y="6553"/>
                </a:cubicBezTo>
                <a:cubicBezTo>
                  <a:pt x="4651" y="7407"/>
                  <a:pt x="4566" y="8268"/>
                  <a:pt x="4542" y="9134"/>
                </a:cubicBezTo>
                <a:lnTo>
                  <a:pt x="1230" y="9134"/>
                </a:lnTo>
                <a:cubicBezTo>
                  <a:pt x="1568" y="8083"/>
                  <a:pt x="2821" y="7081"/>
                  <a:pt x="4636" y="6444"/>
                </a:cubicBezTo>
                <a:close/>
                <a:moveTo>
                  <a:pt x="9062" y="5674"/>
                </a:moveTo>
                <a:lnTo>
                  <a:pt x="9062" y="9134"/>
                </a:lnTo>
                <a:lnTo>
                  <a:pt x="5674" y="9134"/>
                </a:lnTo>
                <a:cubicBezTo>
                  <a:pt x="5698" y="8343"/>
                  <a:pt x="5774" y="7558"/>
                  <a:pt x="5904" y="6776"/>
                </a:cubicBezTo>
                <a:lnTo>
                  <a:pt x="5904" y="6779"/>
                </a:lnTo>
                <a:cubicBezTo>
                  <a:pt x="6462" y="6698"/>
                  <a:pt x="6949" y="6344"/>
                  <a:pt x="7196" y="5834"/>
                </a:cubicBezTo>
                <a:cubicBezTo>
                  <a:pt x="7815" y="5746"/>
                  <a:pt x="8437" y="5692"/>
                  <a:pt x="9062" y="5674"/>
                </a:cubicBezTo>
                <a:close/>
                <a:moveTo>
                  <a:pt x="10194" y="5671"/>
                </a:moveTo>
                <a:cubicBezTo>
                  <a:pt x="11227" y="5701"/>
                  <a:pt x="12257" y="5834"/>
                  <a:pt x="13265" y="6063"/>
                </a:cubicBezTo>
                <a:cubicBezTo>
                  <a:pt x="13422" y="6743"/>
                  <a:pt x="13534" y="7431"/>
                  <a:pt x="13597" y="8126"/>
                </a:cubicBezTo>
                <a:cubicBezTo>
                  <a:pt x="13144" y="8310"/>
                  <a:pt x="12794" y="8675"/>
                  <a:pt x="12631" y="9134"/>
                </a:cubicBezTo>
                <a:lnTo>
                  <a:pt x="10194" y="9134"/>
                </a:lnTo>
                <a:lnTo>
                  <a:pt x="10194" y="5671"/>
                </a:lnTo>
                <a:close/>
                <a:moveTo>
                  <a:pt x="14497" y="6417"/>
                </a:moveTo>
                <a:cubicBezTo>
                  <a:pt x="14950" y="6571"/>
                  <a:pt x="15391" y="6752"/>
                  <a:pt x="15817" y="6966"/>
                </a:cubicBezTo>
                <a:cubicBezTo>
                  <a:pt x="17037" y="7585"/>
                  <a:pt x="17837" y="8352"/>
                  <a:pt x="18099" y="9137"/>
                </a:cubicBezTo>
                <a:lnTo>
                  <a:pt x="15835" y="9134"/>
                </a:lnTo>
                <a:cubicBezTo>
                  <a:pt x="15654" y="8627"/>
                  <a:pt x="15243" y="8234"/>
                  <a:pt x="14730" y="8077"/>
                </a:cubicBezTo>
                <a:cubicBezTo>
                  <a:pt x="14678" y="7519"/>
                  <a:pt x="14603" y="6966"/>
                  <a:pt x="14497" y="6417"/>
                </a:cubicBezTo>
                <a:close/>
                <a:moveTo>
                  <a:pt x="14241" y="9137"/>
                </a:moveTo>
                <a:cubicBezTo>
                  <a:pt x="14555" y="9137"/>
                  <a:pt x="14808" y="9391"/>
                  <a:pt x="14808" y="9702"/>
                </a:cubicBezTo>
                <a:cubicBezTo>
                  <a:pt x="14808" y="10016"/>
                  <a:pt x="14555" y="10270"/>
                  <a:pt x="14241" y="10270"/>
                </a:cubicBezTo>
                <a:lnTo>
                  <a:pt x="14241" y="10267"/>
                </a:lnTo>
                <a:lnTo>
                  <a:pt x="14204" y="10267"/>
                </a:lnTo>
                <a:cubicBezTo>
                  <a:pt x="13902" y="10251"/>
                  <a:pt x="13667" y="10004"/>
                  <a:pt x="13667" y="9702"/>
                </a:cubicBezTo>
                <a:cubicBezTo>
                  <a:pt x="13667" y="9403"/>
                  <a:pt x="13899" y="9155"/>
                  <a:pt x="14195" y="9137"/>
                </a:cubicBezTo>
                <a:close/>
                <a:moveTo>
                  <a:pt x="18099" y="10270"/>
                </a:moveTo>
                <a:cubicBezTo>
                  <a:pt x="17861" y="10967"/>
                  <a:pt x="17194" y="11643"/>
                  <a:pt x="16161" y="12217"/>
                </a:cubicBezTo>
                <a:cubicBezTo>
                  <a:pt x="15632" y="12504"/>
                  <a:pt x="15080" y="12742"/>
                  <a:pt x="14506" y="12930"/>
                </a:cubicBezTo>
                <a:cubicBezTo>
                  <a:pt x="14606" y="12407"/>
                  <a:pt x="14678" y="11873"/>
                  <a:pt x="14730" y="11323"/>
                </a:cubicBezTo>
                <a:lnTo>
                  <a:pt x="14730" y="11326"/>
                </a:lnTo>
                <a:cubicBezTo>
                  <a:pt x="15243" y="11166"/>
                  <a:pt x="15654" y="10774"/>
                  <a:pt x="15835" y="10270"/>
                </a:cubicBezTo>
                <a:close/>
                <a:moveTo>
                  <a:pt x="4542" y="10267"/>
                </a:moveTo>
                <a:cubicBezTo>
                  <a:pt x="4566" y="11163"/>
                  <a:pt x="4660" y="12060"/>
                  <a:pt x="4820" y="12945"/>
                </a:cubicBezTo>
                <a:cubicBezTo>
                  <a:pt x="2927" y="12320"/>
                  <a:pt x="1583" y="11351"/>
                  <a:pt x="1230" y="10267"/>
                </a:cubicBezTo>
                <a:close/>
                <a:moveTo>
                  <a:pt x="9062" y="10267"/>
                </a:moveTo>
                <a:lnTo>
                  <a:pt x="9062" y="12628"/>
                </a:lnTo>
                <a:cubicBezTo>
                  <a:pt x="8603" y="12791"/>
                  <a:pt x="8238" y="13141"/>
                  <a:pt x="8054" y="13594"/>
                </a:cubicBezTo>
                <a:cubicBezTo>
                  <a:pt x="7377" y="13534"/>
                  <a:pt x="6707" y="13428"/>
                  <a:pt x="6046" y="13280"/>
                </a:cubicBezTo>
                <a:cubicBezTo>
                  <a:pt x="5828" y="12290"/>
                  <a:pt x="5702" y="11281"/>
                  <a:pt x="5674" y="10267"/>
                </a:cubicBezTo>
                <a:close/>
                <a:moveTo>
                  <a:pt x="12631" y="10267"/>
                </a:moveTo>
                <a:cubicBezTo>
                  <a:pt x="12794" y="10725"/>
                  <a:pt x="13144" y="11091"/>
                  <a:pt x="13597" y="11275"/>
                </a:cubicBezTo>
                <a:cubicBezTo>
                  <a:pt x="13534" y="11945"/>
                  <a:pt x="13431" y="12613"/>
                  <a:pt x="13280" y="13268"/>
                </a:cubicBezTo>
                <a:cubicBezTo>
                  <a:pt x="12595" y="13422"/>
                  <a:pt x="11900" y="13531"/>
                  <a:pt x="11203" y="13594"/>
                </a:cubicBezTo>
                <a:cubicBezTo>
                  <a:pt x="11019" y="13141"/>
                  <a:pt x="10653" y="12791"/>
                  <a:pt x="10194" y="12628"/>
                </a:cubicBezTo>
                <a:lnTo>
                  <a:pt x="10194" y="10267"/>
                </a:lnTo>
                <a:close/>
                <a:moveTo>
                  <a:pt x="9627" y="13678"/>
                </a:moveTo>
                <a:cubicBezTo>
                  <a:pt x="9923" y="13678"/>
                  <a:pt x="10170" y="13905"/>
                  <a:pt x="10191" y="14201"/>
                </a:cubicBezTo>
                <a:lnTo>
                  <a:pt x="10191" y="14231"/>
                </a:lnTo>
                <a:cubicBezTo>
                  <a:pt x="10191" y="14231"/>
                  <a:pt x="10191" y="14234"/>
                  <a:pt x="10191" y="14237"/>
                </a:cubicBezTo>
                <a:cubicBezTo>
                  <a:pt x="10188" y="14545"/>
                  <a:pt x="9938" y="14793"/>
                  <a:pt x="9630" y="14796"/>
                </a:cubicBezTo>
                <a:cubicBezTo>
                  <a:pt x="9319" y="14796"/>
                  <a:pt x="9065" y="14545"/>
                  <a:pt x="9062" y="14237"/>
                </a:cubicBezTo>
                <a:lnTo>
                  <a:pt x="9062" y="14231"/>
                </a:lnTo>
                <a:lnTo>
                  <a:pt x="9062" y="14201"/>
                </a:lnTo>
                <a:cubicBezTo>
                  <a:pt x="9083" y="13905"/>
                  <a:pt x="9331" y="13678"/>
                  <a:pt x="9627" y="13678"/>
                </a:cubicBezTo>
                <a:close/>
                <a:moveTo>
                  <a:pt x="1640" y="12579"/>
                </a:moveTo>
                <a:lnTo>
                  <a:pt x="1640" y="12579"/>
                </a:lnTo>
                <a:cubicBezTo>
                  <a:pt x="1936" y="12812"/>
                  <a:pt x="2250" y="13020"/>
                  <a:pt x="2579" y="13204"/>
                </a:cubicBezTo>
                <a:cubicBezTo>
                  <a:pt x="3313" y="13615"/>
                  <a:pt x="4168" y="13953"/>
                  <a:pt x="5110" y="14213"/>
                </a:cubicBezTo>
                <a:cubicBezTo>
                  <a:pt x="5496" y="15620"/>
                  <a:pt x="6061" y="16813"/>
                  <a:pt x="6752" y="17691"/>
                </a:cubicBezTo>
                <a:cubicBezTo>
                  <a:pt x="4373" y="16828"/>
                  <a:pt x="2501" y="14956"/>
                  <a:pt x="1640" y="12579"/>
                </a:cubicBezTo>
                <a:close/>
                <a:moveTo>
                  <a:pt x="17698" y="12555"/>
                </a:moveTo>
                <a:cubicBezTo>
                  <a:pt x="16837" y="14938"/>
                  <a:pt x="14932" y="16831"/>
                  <a:pt x="12535" y="17691"/>
                </a:cubicBezTo>
                <a:cubicBezTo>
                  <a:pt x="12770" y="17395"/>
                  <a:pt x="12981" y="17081"/>
                  <a:pt x="13169" y="16752"/>
                </a:cubicBezTo>
                <a:cubicBezTo>
                  <a:pt x="13594" y="16013"/>
                  <a:pt x="13945" y="15149"/>
                  <a:pt x="14213" y="14201"/>
                </a:cubicBezTo>
                <a:cubicBezTo>
                  <a:pt x="15140" y="13944"/>
                  <a:pt x="15986" y="13609"/>
                  <a:pt x="16713" y="13204"/>
                </a:cubicBezTo>
                <a:cubicBezTo>
                  <a:pt x="17058" y="13014"/>
                  <a:pt x="17387" y="12797"/>
                  <a:pt x="17698" y="12555"/>
                </a:cubicBezTo>
                <a:close/>
                <a:moveTo>
                  <a:pt x="6381" y="14503"/>
                </a:moveTo>
                <a:cubicBezTo>
                  <a:pt x="6906" y="14602"/>
                  <a:pt x="7450" y="14678"/>
                  <a:pt x="8005" y="14726"/>
                </a:cubicBezTo>
                <a:cubicBezTo>
                  <a:pt x="8162" y="15240"/>
                  <a:pt x="8555" y="15650"/>
                  <a:pt x="9062" y="15831"/>
                </a:cubicBezTo>
                <a:lnTo>
                  <a:pt x="9062" y="18096"/>
                </a:lnTo>
                <a:cubicBezTo>
                  <a:pt x="8286" y="17833"/>
                  <a:pt x="7531" y="17048"/>
                  <a:pt x="6933" y="15853"/>
                </a:cubicBezTo>
                <a:cubicBezTo>
                  <a:pt x="6716" y="15415"/>
                  <a:pt x="6532" y="14965"/>
                  <a:pt x="6381" y="14503"/>
                </a:cubicBezTo>
                <a:close/>
                <a:moveTo>
                  <a:pt x="12933" y="14497"/>
                </a:moveTo>
                <a:cubicBezTo>
                  <a:pt x="12740" y="15083"/>
                  <a:pt x="12486" y="15650"/>
                  <a:pt x="12184" y="16188"/>
                </a:cubicBezTo>
                <a:cubicBezTo>
                  <a:pt x="11595" y="17211"/>
                  <a:pt x="10904" y="17869"/>
                  <a:pt x="10194" y="18099"/>
                </a:cubicBezTo>
                <a:lnTo>
                  <a:pt x="10194" y="15831"/>
                </a:lnTo>
                <a:cubicBezTo>
                  <a:pt x="10702" y="15650"/>
                  <a:pt x="11094" y="15240"/>
                  <a:pt x="11251" y="14726"/>
                </a:cubicBezTo>
                <a:cubicBezTo>
                  <a:pt x="11828" y="14675"/>
                  <a:pt x="12390" y="14596"/>
                  <a:pt x="12933" y="14497"/>
                </a:cubicBezTo>
                <a:close/>
                <a:moveTo>
                  <a:pt x="9630" y="0"/>
                </a:moveTo>
                <a:cubicBezTo>
                  <a:pt x="7063" y="0"/>
                  <a:pt x="4645" y="1015"/>
                  <a:pt x="2821" y="2860"/>
                </a:cubicBezTo>
                <a:cubicBezTo>
                  <a:pt x="1012" y="4678"/>
                  <a:pt x="1" y="7138"/>
                  <a:pt x="4" y="9702"/>
                </a:cubicBezTo>
                <a:cubicBezTo>
                  <a:pt x="4" y="15016"/>
                  <a:pt x="4313" y="19325"/>
                  <a:pt x="9630" y="19325"/>
                </a:cubicBezTo>
                <a:cubicBezTo>
                  <a:pt x="9634" y="19325"/>
                  <a:pt x="9637" y="19325"/>
                  <a:pt x="9641" y="19325"/>
                </a:cubicBezTo>
                <a:cubicBezTo>
                  <a:pt x="12198" y="19325"/>
                  <a:pt x="14654" y="18314"/>
                  <a:pt x="16469" y="16508"/>
                </a:cubicBezTo>
                <a:cubicBezTo>
                  <a:pt x="18314" y="14687"/>
                  <a:pt x="19328" y="12268"/>
                  <a:pt x="19328" y="9702"/>
                </a:cubicBezTo>
                <a:cubicBezTo>
                  <a:pt x="19328" y="8407"/>
                  <a:pt x="19069" y="7129"/>
                  <a:pt x="18558" y="5940"/>
                </a:cubicBezTo>
                <a:cubicBezTo>
                  <a:pt x="18066" y="4789"/>
                  <a:pt x="17360" y="3741"/>
                  <a:pt x="16472" y="2857"/>
                </a:cubicBezTo>
                <a:cubicBezTo>
                  <a:pt x="15587" y="1969"/>
                  <a:pt x="14539" y="1263"/>
                  <a:pt x="13389" y="770"/>
                </a:cubicBezTo>
                <a:cubicBezTo>
                  <a:pt x="12199" y="260"/>
                  <a:pt x="10922" y="0"/>
                  <a:pt x="96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56" name="Google Shape;222;p21"/>
          <p:cNvSpPr txBox="1">
            <a:spLocks/>
          </p:cNvSpPr>
          <p:nvPr/>
        </p:nvSpPr>
        <p:spPr>
          <a:xfrm>
            <a:off x="1267708" y="576813"/>
            <a:ext cx="1176900" cy="6066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 sz="2400" dirty="0" smtClean="0">
                <a:solidFill>
                  <a:schemeClr val="accent1"/>
                </a:solidFill>
              </a:rPr>
              <a:t>01</a:t>
            </a:r>
            <a:endParaRPr lang="es" dirty="0">
              <a:solidFill>
                <a:schemeClr val="accen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3"/>
          <p:cNvSpPr txBox="1">
            <a:spLocks noGrp="1"/>
          </p:cNvSpPr>
          <p:nvPr>
            <p:ph type="ctrTitle" idx="6"/>
          </p:nvPr>
        </p:nvSpPr>
        <p:spPr>
          <a:xfrm>
            <a:off x="311700" y="644550"/>
            <a:ext cx="8520600" cy="606600"/>
          </a:xfrm>
          <a:prstGeom prst="rect">
            <a:avLst/>
          </a:prstGeom>
        </p:spPr>
        <p:txBody>
          <a:bodyPr spcFirstLastPara="1" wrap="square" lIns="91425" tIns="91425" rIns="91425" bIns="91425" anchor="b" anchorCtr="0">
            <a:noAutofit/>
          </a:bodyPr>
          <a:lstStyle/>
          <a:p>
            <a:pPr lvl="0"/>
            <a:r>
              <a:rPr lang="en-US" dirty="0"/>
              <a:t>How does the web work?</a:t>
            </a:r>
          </a:p>
        </p:txBody>
      </p:sp>
      <p:sp>
        <p:nvSpPr>
          <p:cNvPr id="273" name="Google Shape;273;p23"/>
          <p:cNvSpPr txBox="1">
            <a:spLocks noGrp="1"/>
          </p:cNvSpPr>
          <p:nvPr>
            <p:ph type="subTitle" idx="2"/>
          </p:nvPr>
        </p:nvSpPr>
        <p:spPr>
          <a:xfrm>
            <a:off x="220006" y="1483712"/>
            <a:ext cx="8703988" cy="3390796"/>
          </a:xfrm>
          <a:prstGeom prst="rect">
            <a:avLst/>
          </a:prstGeom>
        </p:spPr>
        <p:txBody>
          <a:bodyPr spcFirstLastPara="1" wrap="square" lIns="91425" tIns="91425" rIns="91425" bIns="91425" anchor="t" anchorCtr="0">
            <a:noAutofit/>
          </a:bodyPr>
          <a:lstStyle/>
          <a:p>
            <a:pPr marL="0" lvl="0" indent="0" algn="l"/>
            <a:r>
              <a:rPr lang="en-US" i="1" dirty="0"/>
              <a:t>How the web works</a:t>
            </a:r>
            <a:r>
              <a:rPr lang="en-US" dirty="0"/>
              <a:t> provides a simplified view of what happens when you view a webpage in a web browser on your computer or phone</a:t>
            </a:r>
            <a:r>
              <a:rPr lang="en-US" dirty="0" smtClean="0"/>
              <a:t>.</a:t>
            </a:r>
          </a:p>
          <a:p>
            <a:pPr marL="0" lvl="0" indent="0" algn="l"/>
            <a:r>
              <a:rPr lang="en-US" dirty="0"/>
              <a:t>Computers connected to the web are called </a:t>
            </a:r>
            <a:r>
              <a:rPr lang="en-US" b="1" dirty="0"/>
              <a:t>clients</a:t>
            </a:r>
            <a:r>
              <a:rPr lang="en-US" dirty="0"/>
              <a:t> and </a:t>
            </a:r>
            <a:r>
              <a:rPr lang="en-US" b="1" dirty="0"/>
              <a:t>servers</a:t>
            </a:r>
            <a:r>
              <a:rPr lang="en-US" dirty="0"/>
              <a:t>. A simplified diagram of how they interact might look like this</a:t>
            </a:r>
            <a:r>
              <a:rPr lang="en-US" dirty="0" smtClean="0"/>
              <a:t>:</a:t>
            </a:r>
          </a:p>
          <a:p>
            <a:pPr marL="0" lvl="0" indent="0" algn="l"/>
            <a:endParaRPr lang="en-US" dirty="0"/>
          </a:p>
          <a:p>
            <a:pPr marL="0" lvl="0" indent="0" algn="l"/>
            <a:endParaRPr lang="en-US" dirty="0" smtClean="0"/>
          </a:p>
          <a:p>
            <a:pPr marL="0" lvl="0" indent="0" algn="l"/>
            <a:endParaRPr lang="en-US" dirty="0"/>
          </a:p>
          <a:p>
            <a:pPr marL="0" lvl="0" indent="0" algn="l"/>
            <a:endParaRPr lang="en-US" dirty="0" smtClean="0"/>
          </a:p>
          <a:p>
            <a:pPr marL="0" lvl="0" indent="0" algn="l"/>
            <a:endParaRPr lang="en-US" dirty="0"/>
          </a:p>
          <a:p>
            <a:pPr marL="171450" lvl="0" indent="-171450" algn="l">
              <a:buFont typeface="Arial" panose="020B0604020202020204" pitchFamily="34" charset="0"/>
              <a:buChar char="•"/>
            </a:pPr>
            <a:endParaRPr lang="en-US" dirty="0" smtClean="0"/>
          </a:p>
          <a:p>
            <a:pPr marL="171450" lvl="0" indent="-171450" algn="l">
              <a:buFont typeface="Arial" panose="020B0604020202020204" pitchFamily="34" charset="0"/>
              <a:buChar char="•"/>
            </a:pPr>
            <a:endParaRPr lang="en-US" dirty="0" smtClean="0"/>
          </a:p>
          <a:p>
            <a:pPr marL="171450" lvl="0" indent="-171450" algn="l">
              <a:buFont typeface="Arial" panose="020B0604020202020204" pitchFamily="34" charset="0"/>
              <a:buChar char="•"/>
            </a:pPr>
            <a:endParaRPr lang="en-US" dirty="0"/>
          </a:p>
          <a:p>
            <a:pPr marL="171450" lvl="0" indent="-171450" algn="l">
              <a:buFont typeface="Arial" panose="020B0604020202020204" pitchFamily="34" charset="0"/>
              <a:buChar char="•"/>
            </a:pPr>
            <a:endParaRPr lang="en-US" dirty="0"/>
          </a:p>
          <a:p>
            <a:pPr marL="171450" lvl="0" indent="-171450" algn="l">
              <a:buFont typeface="Arial" panose="020B0604020202020204" pitchFamily="34" charset="0"/>
              <a:buChar char="•"/>
            </a:pPr>
            <a:endParaRPr lang="en-US" dirty="0" smtClean="0"/>
          </a:p>
          <a:p>
            <a:pPr algn="l">
              <a:buFont typeface="Arial" panose="020B0604020202020204" pitchFamily="34" charset="0"/>
              <a:buChar char="•"/>
            </a:pPr>
            <a:r>
              <a:rPr lang="en-US" dirty="0"/>
              <a:t>Clients are the typical web user's internet-connected devices (for example, your computer connected to your Wi-Fi, or your phone connected to your mobile network) and web-accessing software available on those devices (usually a web browser like Firefox or Chrome</a:t>
            </a:r>
            <a:r>
              <a:rPr lang="en-US" dirty="0" smtClean="0"/>
              <a:t>).</a:t>
            </a:r>
          </a:p>
          <a:p>
            <a:pPr algn="l">
              <a:buFont typeface="Arial" panose="020B0604020202020204" pitchFamily="34" charset="0"/>
              <a:buChar char="•"/>
            </a:pPr>
            <a:endParaRPr lang="en-US" dirty="0"/>
          </a:p>
          <a:p>
            <a:pPr marL="114300" indent="0" algn="l"/>
            <a:endParaRPr lang="en-US" dirty="0"/>
          </a:p>
          <a:p>
            <a:pPr algn="l">
              <a:buFont typeface="Arial" panose="020B0604020202020204" pitchFamily="34" charset="0"/>
              <a:buChar char="•"/>
            </a:pPr>
            <a:r>
              <a:rPr lang="en-US" dirty="0"/>
              <a:t>Servers are computers that store webpages, sites, or apps. When a client device wants to access a webpage, a copy of the webpage is downloaded from the server onto the client machine to be displayed in the user's web browser.</a:t>
            </a:r>
          </a:p>
          <a:p>
            <a:pPr algn="l">
              <a:buFont typeface="Arial" panose="020B0604020202020204" pitchFamily="34" charset="0"/>
              <a:buChar char="•"/>
            </a:pPr>
            <a:endParaRPr lang="en-US" dirty="0"/>
          </a:p>
          <a:p>
            <a:pPr marL="114300" indent="0" algn="l"/>
            <a:endParaRPr lang="en-US" dirty="0"/>
          </a:p>
          <a:p>
            <a:pPr marL="0" lvl="0" indent="0" algn="l"/>
            <a:endParaRPr dirty="0"/>
          </a:p>
        </p:txBody>
      </p:sp>
      <p:cxnSp>
        <p:nvCxnSpPr>
          <p:cNvPr id="287" name="Google Shape;287;p23"/>
          <p:cNvCxnSpPr/>
          <p:nvPr/>
        </p:nvCxnSpPr>
        <p:spPr>
          <a:xfrm>
            <a:off x="311700" y="1191700"/>
            <a:ext cx="8520600" cy="0"/>
          </a:xfrm>
          <a:prstGeom prst="straightConnector1">
            <a:avLst/>
          </a:prstGeom>
          <a:noFill/>
          <a:ln w="9525" cap="flat" cmpd="sng">
            <a:solidFill>
              <a:schemeClr val="accent1"/>
            </a:solidFill>
            <a:prstDash val="solid"/>
            <a:round/>
            <a:headEnd type="none" w="med" len="med"/>
            <a:tailEnd type="none" w="med" len="med"/>
          </a:ln>
        </p:spPr>
      </p:cxn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1637" y="2084193"/>
            <a:ext cx="6340726" cy="1270898"/>
          </a:xfrm>
          <a:prstGeom prst="rect">
            <a:avLst/>
          </a:prstGeom>
        </p:spPr>
      </p:pic>
      <p:sp>
        <p:nvSpPr>
          <p:cNvPr id="22" name="Google Shape;222;p21"/>
          <p:cNvSpPr txBox="1">
            <a:spLocks/>
          </p:cNvSpPr>
          <p:nvPr/>
        </p:nvSpPr>
        <p:spPr>
          <a:xfrm>
            <a:off x="1267708" y="576813"/>
            <a:ext cx="1176900" cy="6066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 sz="2400" dirty="0" smtClean="0">
                <a:solidFill>
                  <a:schemeClr val="accent1"/>
                </a:solidFill>
              </a:rPr>
              <a:t>01</a:t>
            </a:r>
            <a:endParaRPr lang="es" dirty="0">
              <a:solidFill>
                <a:schemeClr val="accent1"/>
              </a:solidFill>
            </a:endParaRPr>
          </a:p>
        </p:txBody>
      </p:sp>
    </p:spTree>
    <p:extLst>
      <p:ext uri="{BB962C8B-B14F-4D97-AF65-F5344CB8AC3E}">
        <p14:creationId xmlns:p14="http://schemas.microsoft.com/office/powerpoint/2010/main" val="26640027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3"/>
          <p:cNvSpPr txBox="1">
            <a:spLocks noGrp="1"/>
          </p:cNvSpPr>
          <p:nvPr>
            <p:ph type="ctrTitle" idx="6"/>
          </p:nvPr>
        </p:nvSpPr>
        <p:spPr>
          <a:xfrm>
            <a:off x="311700" y="644550"/>
            <a:ext cx="8520600" cy="606600"/>
          </a:xfrm>
          <a:prstGeom prst="rect">
            <a:avLst/>
          </a:prstGeom>
        </p:spPr>
        <p:txBody>
          <a:bodyPr spcFirstLastPara="1" wrap="square" lIns="91425" tIns="91425" rIns="91425" bIns="91425" anchor="b" anchorCtr="0">
            <a:noAutofit/>
          </a:bodyPr>
          <a:lstStyle/>
          <a:p>
            <a:pPr lvl="0"/>
            <a:r>
              <a:rPr lang="en-US" dirty="0"/>
              <a:t>How does the web work?</a:t>
            </a:r>
          </a:p>
        </p:txBody>
      </p:sp>
      <p:sp>
        <p:nvSpPr>
          <p:cNvPr id="273" name="Google Shape;273;p23"/>
          <p:cNvSpPr txBox="1">
            <a:spLocks noGrp="1"/>
          </p:cNvSpPr>
          <p:nvPr>
            <p:ph type="subTitle" idx="2"/>
          </p:nvPr>
        </p:nvSpPr>
        <p:spPr>
          <a:xfrm>
            <a:off x="311700" y="1469962"/>
            <a:ext cx="6215170" cy="3390796"/>
          </a:xfrm>
          <a:prstGeom prst="rect">
            <a:avLst/>
          </a:prstGeom>
        </p:spPr>
        <p:txBody>
          <a:bodyPr spcFirstLastPara="1" wrap="square" lIns="91425" tIns="91425" rIns="91425" bIns="91425" anchor="t" anchorCtr="0">
            <a:noAutofit/>
          </a:bodyPr>
          <a:lstStyle/>
          <a:p>
            <a:pPr algn="l"/>
            <a:r>
              <a:rPr lang="en-US" b="1" dirty="0"/>
              <a:t>When you type a web address into your </a:t>
            </a:r>
            <a:r>
              <a:rPr lang="en-US" b="1" dirty="0" smtClean="0"/>
              <a:t>browser: </a:t>
            </a:r>
          </a:p>
          <a:p>
            <a:pPr algn="l"/>
            <a:endParaRPr lang="en-US" dirty="0" smtClean="0"/>
          </a:p>
          <a:p>
            <a:pPr marL="114300" indent="0" algn="l"/>
            <a:r>
              <a:rPr lang="en-US" sz="1600" b="1" dirty="0" smtClean="0"/>
              <a:t>T</a:t>
            </a:r>
            <a:r>
              <a:rPr lang="en-US" dirty="0" smtClean="0"/>
              <a:t>he </a:t>
            </a:r>
            <a:r>
              <a:rPr lang="en-US" dirty="0"/>
              <a:t>browser goes to the DNS server, and finds the real address of the server that the website lives </a:t>
            </a:r>
            <a:r>
              <a:rPr lang="en-US" dirty="0" smtClean="0"/>
              <a:t>on.</a:t>
            </a:r>
          </a:p>
          <a:p>
            <a:pPr marL="114300" indent="0" algn="l"/>
            <a:endParaRPr lang="en-US" dirty="0" smtClean="0"/>
          </a:p>
          <a:p>
            <a:pPr algn="l">
              <a:buFont typeface="Arial" panose="020B0604020202020204" pitchFamily="34" charset="0"/>
              <a:buChar char="•"/>
            </a:pPr>
            <a:endParaRPr lang="en-US" dirty="0"/>
          </a:p>
          <a:p>
            <a:pPr algn="l">
              <a:buFont typeface="Arial" panose="020B0604020202020204" pitchFamily="34" charset="0"/>
              <a:buChar char="•"/>
            </a:pPr>
            <a:endParaRPr lang="en-US" dirty="0" smtClean="0"/>
          </a:p>
          <a:p>
            <a:pPr algn="l">
              <a:buFont typeface="Arial" panose="020B0604020202020204" pitchFamily="34" charset="0"/>
              <a:buChar char="•"/>
            </a:pPr>
            <a:endParaRPr lang="en-US" dirty="0"/>
          </a:p>
          <a:p>
            <a:pPr algn="l">
              <a:buFont typeface="Arial" panose="020B0604020202020204" pitchFamily="34" charset="0"/>
              <a:buChar char="•"/>
            </a:pPr>
            <a:endParaRPr lang="en-US" dirty="0" smtClean="0"/>
          </a:p>
          <a:p>
            <a:pPr algn="l">
              <a:buFont typeface="Arial" panose="020B0604020202020204" pitchFamily="34" charset="0"/>
              <a:buChar char="•"/>
            </a:pPr>
            <a:endParaRPr lang="en-US" dirty="0"/>
          </a:p>
          <a:p>
            <a:pPr algn="l">
              <a:buFont typeface="Arial" panose="020B0604020202020204" pitchFamily="34" charset="0"/>
              <a:buChar char="•"/>
            </a:pPr>
            <a:endParaRPr lang="en-US" dirty="0"/>
          </a:p>
          <a:p>
            <a:pPr algn="l">
              <a:buFont typeface="Arial" panose="020B0604020202020204" pitchFamily="34" charset="0"/>
              <a:buChar char="•"/>
            </a:pPr>
            <a:endParaRPr lang="en-US" dirty="0"/>
          </a:p>
          <a:p>
            <a:pPr marL="114300" indent="0" algn="l"/>
            <a:r>
              <a:rPr lang="en-US" sz="1400" b="1" dirty="0"/>
              <a:t>I</a:t>
            </a:r>
            <a:r>
              <a:rPr lang="en-US" dirty="0"/>
              <a:t>f the server approves the client's request, the server sends the client a "200 OK" </a:t>
            </a:r>
            <a:r>
              <a:rPr lang="en-US" dirty="0" smtClean="0"/>
              <a:t>message, </a:t>
            </a:r>
            <a:r>
              <a:rPr lang="en-US" dirty="0"/>
              <a:t>and then starts sending the website's files to the browser as a series of small chunks called data </a:t>
            </a:r>
            <a:r>
              <a:rPr lang="en-US" dirty="0" smtClean="0"/>
              <a:t>packets.</a:t>
            </a:r>
            <a:endParaRPr lang="en-US" dirty="0"/>
          </a:p>
        </p:txBody>
      </p:sp>
      <p:cxnSp>
        <p:nvCxnSpPr>
          <p:cNvPr id="287" name="Google Shape;287;p23"/>
          <p:cNvCxnSpPr/>
          <p:nvPr/>
        </p:nvCxnSpPr>
        <p:spPr>
          <a:xfrm>
            <a:off x="311700" y="1191700"/>
            <a:ext cx="8520600" cy="0"/>
          </a:xfrm>
          <a:prstGeom prst="straightConnector1">
            <a:avLst/>
          </a:prstGeom>
          <a:noFill/>
          <a:ln w="9525" cap="flat" cmpd="sng">
            <a:solidFill>
              <a:schemeClr val="accent1"/>
            </a:solidFill>
            <a:prstDash val="solid"/>
            <a:round/>
            <a:headEnd type="none" w="med" len="med"/>
            <a:tailEnd type="none" w="med" len="med"/>
          </a:ln>
        </p:spPr>
      </p:cxnSp>
      <p:sp>
        <p:nvSpPr>
          <p:cNvPr id="22" name="Google Shape;222;p21"/>
          <p:cNvSpPr txBox="1">
            <a:spLocks/>
          </p:cNvSpPr>
          <p:nvPr/>
        </p:nvSpPr>
        <p:spPr>
          <a:xfrm>
            <a:off x="1267708" y="576813"/>
            <a:ext cx="1176900" cy="6066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 sz="2400" dirty="0" smtClean="0">
                <a:solidFill>
                  <a:schemeClr val="accent1"/>
                </a:solidFill>
              </a:rPr>
              <a:t>01</a:t>
            </a:r>
            <a:endParaRPr lang="es" dirty="0">
              <a:solidFill>
                <a:schemeClr val="accent1"/>
              </a:solidFill>
            </a:endParaRPr>
          </a:p>
        </p:txBody>
      </p:sp>
      <p:grpSp>
        <p:nvGrpSpPr>
          <p:cNvPr id="7" name="Google Shape;1593;p43"/>
          <p:cNvGrpSpPr/>
          <p:nvPr/>
        </p:nvGrpSpPr>
        <p:grpSpPr>
          <a:xfrm rot="5400000" flipH="1">
            <a:off x="7616651" y="1588105"/>
            <a:ext cx="410808" cy="831197"/>
            <a:chOff x="3564075" y="2091586"/>
            <a:chExt cx="329966" cy="667521"/>
          </a:xfrm>
          <a:solidFill>
            <a:schemeClr val="accent1"/>
          </a:solidFill>
        </p:grpSpPr>
        <p:sp>
          <p:nvSpPr>
            <p:cNvPr id="8" name="Google Shape;1594;p43"/>
            <p:cNvSpPr/>
            <p:nvPr/>
          </p:nvSpPr>
          <p:spPr>
            <a:xfrm>
              <a:off x="3564075" y="2382687"/>
              <a:ext cx="279392" cy="38541"/>
            </a:xfrm>
            <a:custGeom>
              <a:avLst/>
              <a:gdLst/>
              <a:ahLst/>
              <a:cxnLst/>
              <a:rect l="l" t="t" r="r" b="b"/>
              <a:pathLst>
                <a:path w="10156" h="1" fill="none" extrusionOk="0">
                  <a:moveTo>
                    <a:pt x="0" y="1"/>
                  </a:moveTo>
                  <a:lnTo>
                    <a:pt x="10155" y="1"/>
                  </a:lnTo>
                </a:path>
              </a:pathLst>
            </a:custGeom>
            <a:grpFill/>
            <a:ln w="5600" cap="rnd" cmpd="sng">
              <a:solidFill>
                <a:srgbClr val="374957"/>
              </a:solidFill>
              <a:prstDash val="solid"/>
              <a:miter lim="72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 name="Google Shape;1595;p43"/>
            <p:cNvGrpSpPr/>
            <p:nvPr/>
          </p:nvGrpSpPr>
          <p:grpSpPr>
            <a:xfrm>
              <a:off x="3577470" y="2091586"/>
              <a:ext cx="203196" cy="352319"/>
              <a:chOff x="3976450" y="5044825"/>
              <a:chExt cx="107625" cy="186600"/>
            </a:xfrm>
            <a:grpFill/>
          </p:grpSpPr>
          <p:sp>
            <p:nvSpPr>
              <p:cNvPr id="15" name="Google Shape;1596;p43"/>
              <p:cNvSpPr/>
              <p:nvPr/>
            </p:nvSpPr>
            <p:spPr>
              <a:xfrm>
                <a:off x="4011550" y="5126700"/>
                <a:ext cx="26550" cy="89275"/>
              </a:xfrm>
              <a:custGeom>
                <a:avLst/>
                <a:gdLst/>
                <a:ahLst/>
                <a:cxnLst/>
                <a:rect l="l" t="t" r="r" b="b"/>
                <a:pathLst>
                  <a:path w="1062" h="3571" fill="none" extrusionOk="0">
                    <a:moveTo>
                      <a:pt x="1" y="3571"/>
                    </a:moveTo>
                    <a:lnTo>
                      <a:pt x="1" y="1594"/>
                    </a:lnTo>
                    <a:lnTo>
                      <a:pt x="1061" y="1594"/>
                    </a:lnTo>
                    <a:lnTo>
                      <a:pt x="1061" y="0"/>
                    </a:lnTo>
                  </a:path>
                </a:pathLst>
              </a:custGeom>
              <a:grpFill/>
              <a:ln w="5600" cap="flat" cmpd="sng">
                <a:solidFill>
                  <a:srgbClr val="CFD9E0"/>
                </a:solidFill>
                <a:prstDash val="solid"/>
                <a:miter lim="72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597;p43"/>
              <p:cNvSpPr/>
              <p:nvPr/>
            </p:nvSpPr>
            <p:spPr>
              <a:xfrm>
                <a:off x="3976450" y="5044825"/>
                <a:ext cx="107625" cy="92075"/>
              </a:xfrm>
              <a:custGeom>
                <a:avLst/>
                <a:gdLst/>
                <a:ahLst/>
                <a:cxnLst/>
                <a:rect l="l" t="t" r="r" b="b"/>
                <a:pathLst>
                  <a:path w="4305" h="3683" extrusionOk="0">
                    <a:moveTo>
                      <a:pt x="2478" y="1"/>
                    </a:moveTo>
                    <a:cubicBezTo>
                      <a:pt x="2474" y="1"/>
                      <a:pt x="2470" y="1"/>
                      <a:pt x="2465" y="1"/>
                    </a:cubicBezTo>
                    <a:cubicBezTo>
                      <a:pt x="2462" y="1"/>
                      <a:pt x="2459" y="1"/>
                      <a:pt x="2456" y="1"/>
                    </a:cubicBezTo>
                    <a:cubicBezTo>
                      <a:pt x="818" y="1"/>
                      <a:pt x="1" y="1979"/>
                      <a:pt x="1160" y="3138"/>
                    </a:cubicBezTo>
                    <a:cubicBezTo>
                      <a:pt x="1535" y="3514"/>
                      <a:pt x="1997" y="3682"/>
                      <a:pt x="2450" y="3682"/>
                    </a:cubicBezTo>
                    <a:cubicBezTo>
                      <a:pt x="3397" y="3682"/>
                      <a:pt x="4304" y="2948"/>
                      <a:pt x="4304" y="1840"/>
                    </a:cubicBezTo>
                    <a:cubicBezTo>
                      <a:pt x="4304" y="828"/>
                      <a:pt x="3489" y="1"/>
                      <a:pt x="247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598;p43"/>
              <p:cNvSpPr/>
              <p:nvPr/>
            </p:nvSpPr>
            <p:spPr>
              <a:xfrm>
                <a:off x="3994800" y="5203400"/>
                <a:ext cx="29400" cy="25200"/>
              </a:xfrm>
              <a:custGeom>
                <a:avLst/>
                <a:gdLst/>
                <a:ahLst/>
                <a:cxnLst/>
                <a:rect l="l" t="t" r="r" b="b"/>
                <a:pathLst>
                  <a:path w="1176" h="1008" extrusionOk="0">
                    <a:moveTo>
                      <a:pt x="671" y="0"/>
                    </a:moveTo>
                    <a:cubicBezTo>
                      <a:pt x="547" y="0"/>
                      <a:pt x="420" y="46"/>
                      <a:pt x="318" y="149"/>
                    </a:cubicBezTo>
                    <a:cubicBezTo>
                      <a:pt x="0" y="467"/>
                      <a:pt x="224" y="1007"/>
                      <a:pt x="671" y="1007"/>
                    </a:cubicBezTo>
                    <a:cubicBezTo>
                      <a:pt x="952" y="1007"/>
                      <a:pt x="1176" y="784"/>
                      <a:pt x="1176" y="503"/>
                    </a:cubicBezTo>
                    <a:cubicBezTo>
                      <a:pt x="1176" y="200"/>
                      <a:pt x="929" y="0"/>
                      <a:pt x="67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599;p43"/>
              <p:cNvSpPr/>
              <p:nvPr/>
            </p:nvSpPr>
            <p:spPr>
              <a:xfrm>
                <a:off x="3991000" y="5200625"/>
                <a:ext cx="35925" cy="30800"/>
              </a:xfrm>
              <a:custGeom>
                <a:avLst/>
                <a:gdLst/>
                <a:ahLst/>
                <a:cxnLst/>
                <a:rect l="l" t="t" r="r" b="b"/>
                <a:pathLst>
                  <a:path w="1437" h="1232" extrusionOk="0">
                    <a:moveTo>
                      <a:pt x="823" y="224"/>
                    </a:moveTo>
                    <a:cubicBezTo>
                      <a:pt x="1169" y="224"/>
                      <a:pt x="1342" y="650"/>
                      <a:pt x="1097" y="895"/>
                    </a:cubicBezTo>
                    <a:cubicBezTo>
                      <a:pt x="1018" y="974"/>
                      <a:pt x="921" y="1010"/>
                      <a:pt x="825" y="1010"/>
                    </a:cubicBezTo>
                    <a:cubicBezTo>
                      <a:pt x="625" y="1010"/>
                      <a:pt x="433" y="853"/>
                      <a:pt x="433" y="614"/>
                    </a:cubicBezTo>
                    <a:cubicBezTo>
                      <a:pt x="433" y="404"/>
                      <a:pt x="607" y="224"/>
                      <a:pt x="823" y="224"/>
                    </a:cubicBezTo>
                    <a:close/>
                    <a:moveTo>
                      <a:pt x="823" y="1"/>
                    </a:moveTo>
                    <a:cubicBezTo>
                      <a:pt x="275" y="1"/>
                      <a:pt x="1" y="664"/>
                      <a:pt x="390" y="1054"/>
                    </a:cubicBezTo>
                    <a:cubicBezTo>
                      <a:pt x="515" y="1176"/>
                      <a:pt x="668" y="1231"/>
                      <a:pt x="818" y="1231"/>
                    </a:cubicBezTo>
                    <a:cubicBezTo>
                      <a:pt x="1134" y="1231"/>
                      <a:pt x="1436" y="986"/>
                      <a:pt x="1436" y="614"/>
                    </a:cubicBezTo>
                    <a:cubicBezTo>
                      <a:pt x="1436" y="275"/>
                      <a:pt x="1162" y="1"/>
                      <a:pt x="82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 name="Google Shape;1600;p43"/>
            <p:cNvGrpSpPr/>
            <p:nvPr/>
          </p:nvGrpSpPr>
          <p:grpSpPr>
            <a:xfrm>
              <a:off x="3690750" y="2391589"/>
              <a:ext cx="203290" cy="367519"/>
              <a:chOff x="4036450" y="5279050"/>
              <a:chExt cx="107675" cy="194650"/>
            </a:xfrm>
            <a:grpFill/>
          </p:grpSpPr>
          <p:sp>
            <p:nvSpPr>
              <p:cNvPr id="11" name="Google Shape;1601;p43"/>
              <p:cNvSpPr/>
              <p:nvPr/>
            </p:nvSpPr>
            <p:spPr>
              <a:xfrm>
                <a:off x="4067450" y="5294200"/>
                <a:ext cx="28350" cy="99750"/>
              </a:xfrm>
              <a:custGeom>
                <a:avLst/>
                <a:gdLst/>
                <a:ahLst/>
                <a:cxnLst/>
                <a:rect l="l" t="t" r="r" b="b"/>
                <a:pathLst>
                  <a:path w="1134" h="3990" fill="none" extrusionOk="0">
                    <a:moveTo>
                      <a:pt x="1" y="1"/>
                    </a:moveTo>
                    <a:lnTo>
                      <a:pt x="1" y="1898"/>
                    </a:lnTo>
                    <a:lnTo>
                      <a:pt x="1133" y="1898"/>
                    </a:lnTo>
                    <a:lnTo>
                      <a:pt x="1133" y="3989"/>
                    </a:lnTo>
                  </a:path>
                </a:pathLst>
              </a:custGeom>
              <a:grpFill/>
              <a:ln w="5600" cap="flat" cmpd="sng">
                <a:solidFill>
                  <a:srgbClr val="869FB2"/>
                </a:solidFill>
                <a:prstDash val="solid"/>
                <a:miter lim="72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602;p43"/>
              <p:cNvSpPr/>
              <p:nvPr/>
            </p:nvSpPr>
            <p:spPr>
              <a:xfrm>
                <a:off x="4036450" y="5381475"/>
                <a:ext cx="107675" cy="92225"/>
              </a:xfrm>
              <a:custGeom>
                <a:avLst/>
                <a:gdLst/>
                <a:ahLst/>
                <a:cxnLst/>
                <a:rect l="l" t="t" r="r" b="b"/>
                <a:pathLst>
                  <a:path w="4307" h="3689" extrusionOk="0">
                    <a:moveTo>
                      <a:pt x="2460" y="1"/>
                    </a:moveTo>
                    <a:cubicBezTo>
                      <a:pt x="822" y="1"/>
                      <a:pt x="0" y="1984"/>
                      <a:pt x="1161" y="3145"/>
                    </a:cubicBezTo>
                    <a:cubicBezTo>
                      <a:pt x="1535" y="3521"/>
                      <a:pt x="1994" y="3689"/>
                      <a:pt x="2446" y="3689"/>
                    </a:cubicBezTo>
                    <a:cubicBezTo>
                      <a:pt x="3391" y="3689"/>
                      <a:pt x="4301" y="2953"/>
                      <a:pt x="4306" y="1840"/>
                    </a:cubicBezTo>
                    <a:cubicBezTo>
                      <a:pt x="4306" y="823"/>
                      <a:pt x="3477" y="1"/>
                      <a:pt x="246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603;p43"/>
              <p:cNvSpPr/>
              <p:nvPr/>
            </p:nvSpPr>
            <p:spPr>
              <a:xfrm>
                <a:off x="4050700" y="5281650"/>
                <a:ext cx="29400" cy="25200"/>
              </a:xfrm>
              <a:custGeom>
                <a:avLst/>
                <a:gdLst/>
                <a:ahLst/>
                <a:cxnLst/>
                <a:rect l="l" t="t" r="r" b="b"/>
                <a:pathLst>
                  <a:path w="1176" h="1008" extrusionOk="0">
                    <a:moveTo>
                      <a:pt x="670" y="1"/>
                    </a:moveTo>
                    <a:cubicBezTo>
                      <a:pt x="547" y="1"/>
                      <a:pt x="420" y="47"/>
                      <a:pt x="317" y="149"/>
                    </a:cubicBezTo>
                    <a:cubicBezTo>
                      <a:pt x="0" y="467"/>
                      <a:pt x="224" y="1008"/>
                      <a:pt x="671" y="1008"/>
                    </a:cubicBezTo>
                    <a:cubicBezTo>
                      <a:pt x="952" y="1008"/>
                      <a:pt x="1176" y="777"/>
                      <a:pt x="1176" y="503"/>
                    </a:cubicBezTo>
                    <a:cubicBezTo>
                      <a:pt x="1176" y="201"/>
                      <a:pt x="929" y="1"/>
                      <a:pt x="67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604;p43"/>
              <p:cNvSpPr/>
              <p:nvPr/>
            </p:nvSpPr>
            <p:spPr>
              <a:xfrm>
                <a:off x="4046900" y="5279050"/>
                <a:ext cx="35900" cy="30725"/>
              </a:xfrm>
              <a:custGeom>
                <a:avLst/>
                <a:gdLst/>
                <a:ahLst/>
                <a:cxnLst/>
                <a:rect l="l" t="t" r="r" b="b"/>
                <a:pathLst>
                  <a:path w="1436" h="1229" extrusionOk="0">
                    <a:moveTo>
                      <a:pt x="823" y="225"/>
                    </a:moveTo>
                    <a:cubicBezTo>
                      <a:pt x="1169" y="225"/>
                      <a:pt x="1349" y="643"/>
                      <a:pt x="1104" y="888"/>
                    </a:cubicBezTo>
                    <a:cubicBezTo>
                      <a:pt x="1022" y="968"/>
                      <a:pt x="923" y="1003"/>
                      <a:pt x="826" y="1003"/>
                    </a:cubicBezTo>
                    <a:cubicBezTo>
                      <a:pt x="625" y="1003"/>
                      <a:pt x="433" y="848"/>
                      <a:pt x="433" y="614"/>
                    </a:cubicBezTo>
                    <a:cubicBezTo>
                      <a:pt x="433" y="398"/>
                      <a:pt x="606" y="225"/>
                      <a:pt x="823" y="225"/>
                    </a:cubicBezTo>
                    <a:close/>
                    <a:moveTo>
                      <a:pt x="823" y="1"/>
                    </a:moveTo>
                    <a:cubicBezTo>
                      <a:pt x="275" y="1"/>
                      <a:pt x="1" y="657"/>
                      <a:pt x="390" y="1047"/>
                    </a:cubicBezTo>
                    <a:cubicBezTo>
                      <a:pt x="516" y="1172"/>
                      <a:pt x="669" y="1228"/>
                      <a:pt x="819" y="1228"/>
                    </a:cubicBezTo>
                    <a:cubicBezTo>
                      <a:pt x="1134" y="1228"/>
                      <a:pt x="1436" y="981"/>
                      <a:pt x="1436" y="614"/>
                    </a:cubicBezTo>
                    <a:cubicBezTo>
                      <a:pt x="1436" y="275"/>
                      <a:pt x="1162" y="1"/>
                      <a:pt x="82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9" name="Google Shape;273;p23"/>
          <p:cNvSpPr txBox="1">
            <a:spLocks noGrp="1"/>
          </p:cNvSpPr>
          <p:nvPr>
            <p:ph type="subTitle" idx="2"/>
          </p:nvPr>
        </p:nvSpPr>
        <p:spPr>
          <a:xfrm>
            <a:off x="2653823" y="2540927"/>
            <a:ext cx="6075350" cy="3390796"/>
          </a:xfrm>
          <a:prstGeom prst="rect">
            <a:avLst/>
          </a:prstGeom>
        </p:spPr>
        <p:txBody>
          <a:bodyPr spcFirstLastPara="1" wrap="square" lIns="91425" tIns="91425" rIns="91425" bIns="91425" anchor="t" anchorCtr="0">
            <a:noAutofit/>
          </a:bodyPr>
          <a:lstStyle/>
          <a:p>
            <a:pPr algn="l"/>
            <a:r>
              <a:rPr lang="en-US" sz="1400" b="1" dirty="0"/>
              <a:t>T</a:t>
            </a:r>
            <a:r>
              <a:rPr lang="en-US" dirty="0"/>
              <a:t>he browser sends an HTTP request message to the server, asking it to send a copy of the </a:t>
            </a:r>
          </a:p>
          <a:p>
            <a:pPr algn="l"/>
            <a:r>
              <a:rPr lang="en-US" dirty="0" smtClean="0"/>
              <a:t>website </a:t>
            </a:r>
            <a:r>
              <a:rPr lang="en-US" dirty="0"/>
              <a:t>to the </a:t>
            </a:r>
            <a:r>
              <a:rPr lang="en-US" dirty="0" smtClean="0"/>
              <a:t>client. </a:t>
            </a:r>
            <a:r>
              <a:rPr lang="en-US" dirty="0"/>
              <a:t>This message, and all other </a:t>
            </a:r>
            <a:r>
              <a:rPr lang="en-US" dirty="0" smtClean="0"/>
              <a:t>data </a:t>
            </a:r>
            <a:r>
              <a:rPr lang="en-US" dirty="0"/>
              <a:t>sent between the client and the server, </a:t>
            </a:r>
            <a:endParaRPr lang="en-US" dirty="0" smtClean="0"/>
          </a:p>
          <a:p>
            <a:pPr algn="l"/>
            <a:r>
              <a:rPr lang="en-US" dirty="0" smtClean="0"/>
              <a:t>is </a:t>
            </a:r>
            <a:r>
              <a:rPr lang="en-US" dirty="0"/>
              <a:t>sent across your internet connection using </a:t>
            </a:r>
            <a:r>
              <a:rPr lang="en-US" dirty="0" smtClean="0"/>
              <a:t>TCP/IP.</a:t>
            </a:r>
            <a:endParaRPr lang="en-US" dirty="0"/>
          </a:p>
          <a:p>
            <a:pPr algn="l"/>
            <a:endParaRPr lang="en-US" dirty="0" smtClean="0"/>
          </a:p>
          <a:p>
            <a:pPr algn="l"/>
            <a:endParaRPr lang="en-US" dirty="0"/>
          </a:p>
          <a:p>
            <a:pPr algn="l"/>
            <a:endParaRPr lang="en-US" dirty="0" smtClean="0"/>
          </a:p>
          <a:p>
            <a:pPr algn="l"/>
            <a:endParaRPr lang="en-US" dirty="0"/>
          </a:p>
          <a:p>
            <a:pPr algn="l"/>
            <a:endParaRPr lang="en-US" dirty="0" smtClean="0"/>
          </a:p>
          <a:p>
            <a:pPr algn="l"/>
            <a:endParaRPr lang="en-US" dirty="0"/>
          </a:p>
          <a:p>
            <a:pPr algn="l"/>
            <a:endParaRPr lang="en-US" dirty="0" smtClean="0"/>
          </a:p>
          <a:p>
            <a:pPr algn="l"/>
            <a:endParaRPr lang="en-US" dirty="0"/>
          </a:p>
          <a:p>
            <a:pPr algn="l"/>
            <a:r>
              <a:rPr lang="en-US" sz="1400" b="1" dirty="0" smtClean="0"/>
              <a:t>T</a:t>
            </a:r>
            <a:r>
              <a:rPr lang="en-US" dirty="0" smtClean="0"/>
              <a:t>he </a:t>
            </a:r>
            <a:r>
              <a:rPr lang="en-US" dirty="0"/>
              <a:t>browser assembles the small chunks into a complete web page and displays it to </a:t>
            </a:r>
            <a:r>
              <a:rPr lang="en-US" dirty="0" smtClean="0"/>
              <a:t>you.</a:t>
            </a:r>
          </a:p>
        </p:txBody>
      </p:sp>
      <p:grpSp>
        <p:nvGrpSpPr>
          <p:cNvPr id="26" name="Google Shape;4879;p45"/>
          <p:cNvGrpSpPr/>
          <p:nvPr/>
        </p:nvGrpSpPr>
        <p:grpSpPr>
          <a:xfrm>
            <a:off x="984251" y="2504163"/>
            <a:ext cx="767328" cy="727175"/>
            <a:chOff x="889275" y="861850"/>
            <a:chExt cx="487950" cy="424575"/>
          </a:xfrm>
          <a:solidFill>
            <a:schemeClr val="accent1"/>
          </a:solidFill>
        </p:grpSpPr>
        <p:sp>
          <p:nvSpPr>
            <p:cNvPr id="27" name="Google Shape;4880;p45"/>
            <p:cNvSpPr/>
            <p:nvPr/>
          </p:nvSpPr>
          <p:spPr>
            <a:xfrm>
              <a:off x="1319225" y="1031700"/>
              <a:ext cx="56650" cy="28325"/>
            </a:xfrm>
            <a:custGeom>
              <a:avLst/>
              <a:gdLst/>
              <a:ahLst/>
              <a:cxnLst/>
              <a:rect l="l" t="t" r="r" b="b"/>
              <a:pathLst>
                <a:path w="2266" h="1133" extrusionOk="0">
                  <a:moveTo>
                    <a:pt x="569" y="1"/>
                  </a:moveTo>
                  <a:cubicBezTo>
                    <a:pt x="255" y="1"/>
                    <a:pt x="1" y="251"/>
                    <a:pt x="1" y="565"/>
                  </a:cubicBezTo>
                  <a:cubicBezTo>
                    <a:pt x="1" y="879"/>
                    <a:pt x="255" y="1133"/>
                    <a:pt x="569" y="1133"/>
                  </a:cubicBezTo>
                  <a:lnTo>
                    <a:pt x="1701" y="1133"/>
                  </a:lnTo>
                  <a:cubicBezTo>
                    <a:pt x="2012" y="1133"/>
                    <a:pt x="2265" y="879"/>
                    <a:pt x="2265" y="565"/>
                  </a:cubicBezTo>
                  <a:cubicBezTo>
                    <a:pt x="2265" y="251"/>
                    <a:pt x="2012" y="1"/>
                    <a:pt x="170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8" name="Google Shape;4881;p45"/>
            <p:cNvSpPr/>
            <p:nvPr/>
          </p:nvSpPr>
          <p:spPr>
            <a:xfrm>
              <a:off x="1314475" y="946725"/>
              <a:ext cx="62750" cy="56700"/>
            </a:xfrm>
            <a:custGeom>
              <a:avLst/>
              <a:gdLst/>
              <a:ahLst/>
              <a:cxnLst/>
              <a:rect l="l" t="t" r="r" b="b"/>
              <a:pathLst>
                <a:path w="2510" h="2268" extrusionOk="0">
                  <a:moveTo>
                    <a:pt x="1889" y="0"/>
                  </a:moveTo>
                  <a:cubicBezTo>
                    <a:pt x="1744" y="0"/>
                    <a:pt x="1599" y="55"/>
                    <a:pt x="1489" y="166"/>
                  </a:cubicBezTo>
                  <a:lnTo>
                    <a:pt x="357" y="1298"/>
                  </a:lnTo>
                  <a:cubicBezTo>
                    <a:pt x="1" y="1657"/>
                    <a:pt x="251" y="2267"/>
                    <a:pt x="759" y="2267"/>
                  </a:cubicBezTo>
                  <a:cubicBezTo>
                    <a:pt x="906" y="2267"/>
                    <a:pt x="1051" y="2207"/>
                    <a:pt x="1157" y="2101"/>
                  </a:cubicBezTo>
                  <a:lnTo>
                    <a:pt x="2289" y="969"/>
                  </a:lnTo>
                  <a:cubicBezTo>
                    <a:pt x="2510" y="745"/>
                    <a:pt x="2510" y="389"/>
                    <a:pt x="2289" y="166"/>
                  </a:cubicBezTo>
                  <a:cubicBezTo>
                    <a:pt x="2179" y="55"/>
                    <a:pt x="2034" y="0"/>
                    <a:pt x="188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9" name="Google Shape;4882;p45"/>
            <p:cNvSpPr/>
            <p:nvPr/>
          </p:nvSpPr>
          <p:spPr>
            <a:xfrm>
              <a:off x="1317875" y="1088250"/>
              <a:ext cx="59350" cy="56675"/>
            </a:xfrm>
            <a:custGeom>
              <a:avLst/>
              <a:gdLst/>
              <a:ahLst/>
              <a:cxnLst/>
              <a:rect l="l" t="t" r="r" b="b"/>
              <a:pathLst>
                <a:path w="2374" h="2267" extrusionOk="0">
                  <a:moveTo>
                    <a:pt x="621" y="1"/>
                  </a:moveTo>
                  <a:cubicBezTo>
                    <a:pt x="476" y="1"/>
                    <a:pt x="331" y="56"/>
                    <a:pt x="221" y="166"/>
                  </a:cubicBezTo>
                  <a:cubicBezTo>
                    <a:pt x="1" y="390"/>
                    <a:pt x="1" y="746"/>
                    <a:pt x="221" y="969"/>
                  </a:cubicBezTo>
                  <a:lnTo>
                    <a:pt x="1353" y="2102"/>
                  </a:lnTo>
                  <a:cubicBezTo>
                    <a:pt x="1463" y="2212"/>
                    <a:pt x="1608" y="2267"/>
                    <a:pt x="1753" y="2267"/>
                  </a:cubicBezTo>
                  <a:cubicBezTo>
                    <a:pt x="1898" y="2267"/>
                    <a:pt x="2043" y="2212"/>
                    <a:pt x="2153" y="2102"/>
                  </a:cubicBezTo>
                  <a:cubicBezTo>
                    <a:pt x="2374" y="1878"/>
                    <a:pt x="2374" y="1522"/>
                    <a:pt x="2153" y="1298"/>
                  </a:cubicBezTo>
                  <a:lnTo>
                    <a:pt x="1021" y="166"/>
                  </a:lnTo>
                  <a:cubicBezTo>
                    <a:pt x="911" y="56"/>
                    <a:pt x="766" y="1"/>
                    <a:pt x="62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0" name="Google Shape;4883;p45"/>
            <p:cNvSpPr/>
            <p:nvPr/>
          </p:nvSpPr>
          <p:spPr>
            <a:xfrm>
              <a:off x="889275" y="861850"/>
              <a:ext cx="400700" cy="424575"/>
            </a:xfrm>
            <a:custGeom>
              <a:avLst/>
              <a:gdLst/>
              <a:ahLst/>
              <a:cxnLst/>
              <a:rect l="l" t="t" r="r" b="b"/>
              <a:pathLst>
                <a:path w="16028" h="16983" extrusionOk="0">
                  <a:moveTo>
                    <a:pt x="4668" y="4530"/>
                  </a:moveTo>
                  <a:lnTo>
                    <a:pt x="4668" y="10191"/>
                  </a:lnTo>
                  <a:lnTo>
                    <a:pt x="4104" y="10191"/>
                  </a:lnTo>
                  <a:cubicBezTo>
                    <a:pt x="2539" y="10191"/>
                    <a:pt x="1271" y="8923"/>
                    <a:pt x="1271" y="7359"/>
                  </a:cubicBezTo>
                  <a:cubicBezTo>
                    <a:pt x="1271" y="5795"/>
                    <a:pt x="2539" y="4530"/>
                    <a:pt x="4104" y="4530"/>
                  </a:cubicBezTo>
                  <a:close/>
                  <a:moveTo>
                    <a:pt x="6972" y="4530"/>
                  </a:moveTo>
                  <a:lnTo>
                    <a:pt x="6972" y="10191"/>
                  </a:lnTo>
                  <a:lnTo>
                    <a:pt x="5800" y="10191"/>
                  </a:lnTo>
                  <a:lnTo>
                    <a:pt x="5800" y="4530"/>
                  </a:lnTo>
                  <a:close/>
                  <a:moveTo>
                    <a:pt x="12633" y="1565"/>
                  </a:moveTo>
                  <a:lnTo>
                    <a:pt x="12633" y="13153"/>
                  </a:lnTo>
                  <a:lnTo>
                    <a:pt x="8104" y="10436"/>
                  </a:lnTo>
                  <a:lnTo>
                    <a:pt x="8104" y="4282"/>
                  </a:lnTo>
                  <a:lnTo>
                    <a:pt x="12633" y="1565"/>
                  </a:lnTo>
                  <a:close/>
                  <a:moveTo>
                    <a:pt x="14330" y="1133"/>
                  </a:moveTo>
                  <a:cubicBezTo>
                    <a:pt x="14644" y="1133"/>
                    <a:pt x="14898" y="1384"/>
                    <a:pt x="14898" y="1698"/>
                  </a:cubicBezTo>
                  <a:lnTo>
                    <a:pt x="14898" y="13021"/>
                  </a:lnTo>
                  <a:cubicBezTo>
                    <a:pt x="14898" y="13335"/>
                    <a:pt x="14644" y="13588"/>
                    <a:pt x="14330" y="13588"/>
                  </a:cubicBezTo>
                  <a:lnTo>
                    <a:pt x="13766" y="13588"/>
                  </a:lnTo>
                  <a:lnTo>
                    <a:pt x="13766" y="1133"/>
                  </a:lnTo>
                  <a:close/>
                  <a:moveTo>
                    <a:pt x="5800" y="11324"/>
                  </a:moveTo>
                  <a:lnTo>
                    <a:pt x="5800" y="15285"/>
                  </a:lnTo>
                  <a:cubicBezTo>
                    <a:pt x="5800" y="15599"/>
                    <a:pt x="5547" y="15850"/>
                    <a:pt x="5236" y="15850"/>
                  </a:cubicBezTo>
                  <a:cubicBezTo>
                    <a:pt x="4922" y="15850"/>
                    <a:pt x="4668" y="15599"/>
                    <a:pt x="4668" y="15285"/>
                  </a:cubicBezTo>
                  <a:lnTo>
                    <a:pt x="4668" y="11324"/>
                  </a:lnTo>
                  <a:close/>
                  <a:moveTo>
                    <a:pt x="13132" y="1"/>
                  </a:moveTo>
                  <a:lnTo>
                    <a:pt x="13098" y="7"/>
                  </a:lnTo>
                  <a:lnTo>
                    <a:pt x="13074" y="10"/>
                  </a:lnTo>
                  <a:cubicBezTo>
                    <a:pt x="13065" y="10"/>
                    <a:pt x="13056" y="16"/>
                    <a:pt x="13047" y="19"/>
                  </a:cubicBezTo>
                  <a:cubicBezTo>
                    <a:pt x="13038" y="22"/>
                    <a:pt x="13029" y="22"/>
                    <a:pt x="13020" y="25"/>
                  </a:cubicBezTo>
                  <a:lnTo>
                    <a:pt x="12996" y="34"/>
                  </a:lnTo>
                  <a:lnTo>
                    <a:pt x="12966" y="46"/>
                  </a:lnTo>
                  <a:lnTo>
                    <a:pt x="12947" y="58"/>
                  </a:lnTo>
                  <a:cubicBezTo>
                    <a:pt x="12935" y="61"/>
                    <a:pt x="12926" y="67"/>
                    <a:pt x="12917" y="73"/>
                  </a:cubicBezTo>
                  <a:lnTo>
                    <a:pt x="12908" y="79"/>
                  </a:lnTo>
                  <a:lnTo>
                    <a:pt x="7380" y="3398"/>
                  </a:lnTo>
                  <a:lnTo>
                    <a:pt x="4104" y="3398"/>
                  </a:lnTo>
                  <a:cubicBezTo>
                    <a:pt x="2023" y="3398"/>
                    <a:pt x="299" y="5001"/>
                    <a:pt x="151" y="7075"/>
                  </a:cubicBezTo>
                  <a:cubicBezTo>
                    <a:pt x="0" y="9150"/>
                    <a:pt x="1480" y="10986"/>
                    <a:pt x="3536" y="11281"/>
                  </a:cubicBezTo>
                  <a:lnTo>
                    <a:pt x="3536" y="15285"/>
                  </a:lnTo>
                  <a:cubicBezTo>
                    <a:pt x="3536" y="16224"/>
                    <a:pt x="4297" y="16982"/>
                    <a:pt x="5236" y="16982"/>
                  </a:cubicBezTo>
                  <a:cubicBezTo>
                    <a:pt x="6172" y="16982"/>
                    <a:pt x="6933" y="16224"/>
                    <a:pt x="6933" y="15285"/>
                  </a:cubicBezTo>
                  <a:lnTo>
                    <a:pt x="6933" y="11324"/>
                  </a:lnTo>
                  <a:lnTo>
                    <a:pt x="7380" y="11324"/>
                  </a:lnTo>
                  <a:lnTo>
                    <a:pt x="12908" y="14639"/>
                  </a:lnTo>
                  <a:cubicBezTo>
                    <a:pt x="12911" y="14642"/>
                    <a:pt x="12914" y="14642"/>
                    <a:pt x="12920" y="14645"/>
                  </a:cubicBezTo>
                  <a:lnTo>
                    <a:pt x="12935" y="14654"/>
                  </a:lnTo>
                  <a:cubicBezTo>
                    <a:pt x="12947" y="14660"/>
                    <a:pt x="12963" y="14666"/>
                    <a:pt x="12975" y="14672"/>
                  </a:cubicBezTo>
                  <a:lnTo>
                    <a:pt x="12984" y="14675"/>
                  </a:lnTo>
                  <a:cubicBezTo>
                    <a:pt x="12996" y="14681"/>
                    <a:pt x="13011" y="14687"/>
                    <a:pt x="13023" y="14690"/>
                  </a:cubicBezTo>
                  <a:lnTo>
                    <a:pt x="13038" y="14696"/>
                  </a:lnTo>
                  <a:cubicBezTo>
                    <a:pt x="13053" y="14699"/>
                    <a:pt x="13068" y="14702"/>
                    <a:pt x="13083" y="14708"/>
                  </a:cubicBezTo>
                  <a:cubicBezTo>
                    <a:pt x="13101" y="14712"/>
                    <a:pt x="13117" y="14715"/>
                    <a:pt x="13135" y="14715"/>
                  </a:cubicBezTo>
                  <a:lnTo>
                    <a:pt x="13144" y="14715"/>
                  </a:lnTo>
                  <a:cubicBezTo>
                    <a:pt x="13162" y="14715"/>
                    <a:pt x="13180" y="14718"/>
                    <a:pt x="13198" y="14718"/>
                  </a:cubicBezTo>
                  <a:lnTo>
                    <a:pt x="14330" y="14718"/>
                  </a:lnTo>
                  <a:cubicBezTo>
                    <a:pt x="15266" y="14718"/>
                    <a:pt x="16027" y="13957"/>
                    <a:pt x="16027" y="13021"/>
                  </a:cubicBezTo>
                  <a:lnTo>
                    <a:pt x="16027" y="1698"/>
                  </a:lnTo>
                  <a:cubicBezTo>
                    <a:pt x="16027" y="759"/>
                    <a:pt x="15266" y="1"/>
                    <a:pt x="1433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31" name="Google Shape;4925;p45"/>
          <p:cNvGrpSpPr/>
          <p:nvPr/>
        </p:nvGrpSpPr>
        <p:grpSpPr>
          <a:xfrm>
            <a:off x="7500691" y="3643850"/>
            <a:ext cx="520488" cy="464922"/>
            <a:chOff x="3860250" y="1427025"/>
            <a:chExt cx="487900" cy="483200"/>
          </a:xfrm>
          <a:solidFill>
            <a:schemeClr val="accent1"/>
          </a:solidFill>
        </p:grpSpPr>
        <p:sp>
          <p:nvSpPr>
            <p:cNvPr id="32" name="Google Shape;4926;p45"/>
            <p:cNvSpPr/>
            <p:nvPr/>
          </p:nvSpPr>
          <p:spPr>
            <a:xfrm>
              <a:off x="3875800" y="1427025"/>
              <a:ext cx="472350" cy="468650"/>
            </a:xfrm>
            <a:custGeom>
              <a:avLst/>
              <a:gdLst/>
              <a:ahLst/>
              <a:cxnLst/>
              <a:rect l="l" t="t" r="r" b="b"/>
              <a:pathLst>
                <a:path w="18894" h="18746" extrusionOk="0">
                  <a:moveTo>
                    <a:pt x="15874" y="1821"/>
                  </a:moveTo>
                  <a:lnTo>
                    <a:pt x="6498" y="9403"/>
                  </a:lnTo>
                  <a:lnTo>
                    <a:pt x="1918" y="5629"/>
                  </a:lnTo>
                  <a:lnTo>
                    <a:pt x="15874" y="1821"/>
                  </a:lnTo>
                  <a:close/>
                  <a:moveTo>
                    <a:pt x="14524" y="4370"/>
                  </a:moveTo>
                  <a:lnTo>
                    <a:pt x="8425" y="11912"/>
                  </a:lnTo>
                  <a:lnTo>
                    <a:pt x="6257" y="12634"/>
                  </a:lnTo>
                  <a:lnTo>
                    <a:pt x="6981" y="10469"/>
                  </a:lnTo>
                  <a:lnTo>
                    <a:pt x="14524" y="4370"/>
                  </a:lnTo>
                  <a:close/>
                  <a:moveTo>
                    <a:pt x="17072" y="3020"/>
                  </a:moveTo>
                  <a:lnTo>
                    <a:pt x="13265" y="16976"/>
                  </a:lnTo>
                  <a:lnTo>
                    <a:pt x="9491" y="12392"/>
                  </a:lnTo>
                  <a:lnTo>
                    <a:pt x="17072" y="3020"/>
                  </a:lnTo>
                  <a:close/>
                  <a:moveTo>
                    <a:pt x="18298" y="0"/>
                  </a:moveTo>
                  <a:cubicBezTo>
                    <a:pt x="18286" y="0"/>
                    <a:pt x="18274" y="0"/>
                    <a:pt x="18262" y="3"/>
                  </a:cubicBezTo>
                  <a:lnTo>
                    <a:pt x="18253" y="3"/>
                  </a:lnTo>
                  <a:cubicBezTo>
                    <a:pt x="18238" y="6"/>
                    <a:pt x="18223" y="6"/>
                    <a:pt x="18211" y="12"/>
                  </a:cubicBezTo>
                  <a:lnTo>
                    <a:pt x="18193" y="15"/>
                  </a:lnTo>
                  <a:lnTo>
                    <a:pt x="18178" y="18"/>
                  </a:lnTo>
                  <a:lnTo>
                    <a:pt x="562" y="4822"/>
                  </a:lnTo>
                  <a:cubicBezTo>
                    <a:pt x="121" y="4943"/>
                    <a:pt x="0" y="5511"/>
                    <a:pt x="351" y="5804"/>
                  </a:cubicBezTo>
                  <a:lnTo>
                    <a:pt x="5834" y="10321"/>
                  </a:lnTo>
                  <a:lnTo>
                    <a:pt x="4826" y="13349"/>
                  </a:lnTo>
                  <a:cubicBezTo>
                    <a:pt x="4696" y="13732"/>
                    <a:pt x="4991" y="14098"/>
                    <a:pt x="5359" y="14098"/>
                  </a:cubicBezTo>
                  <a:cubicBezTo>
                    <a:pt x="5418" y="14098"/>
                    <a:pt x="5479" y="14089"/>
                    <a:pt x="5541" y="14068"/>
                  </a:cubicBezTo>
                  <a:lnTo>
                    <a:pt x="8570" y="13060"/>
                  </a:lnTo>
                  <a:lnTo>
                    <a:pt x="13087" y="18540"/>
                  </a:lnTo>
                  <a:cubicBezTo>
                    <a:pt x="13195" y="18670"/>
                    <a:pt x="13355" y="18745"/>
                    <a:pt x="13525" y="18745"/>
                  </a:cubicBezTo>
                  <a:cubicBezTo>
                    <a:pt x="13564" y="18745"/>
                    <a:pt x="13603" y="18742"/>
                    <a:pt x="13642" y="18733"/>
                  </a:cubicBezTo>
                  <a:cubicBezTo>
                    <a:pt x="13848" y="18691"/>
                    <a:pt x="14014" y="18534"/>
                    <a:pt x="14071" y="18328"/>
                  </a:cubicBezTo>
                  <a:lnTo>
                    <a:pt x="18875" y="716"/>
                  </a:lnTo>
                  <a:cubicBezTo>
                    <a:pt x="18875" y="710"/>
                    <a:pt x="18875" y="704"/>
                    <a:pt x="18878" y="698"/>
                  </a:cubicBezTo>
                  <a:lnTo>
                    <a:pt x="18881" y="683"/>
                  </a:lnTo>
                  <a:cubicBezTo>
                    <a:pt x="18884" y="668"/>
                    <a:pt x="18887" y="653"/>
                    <a:pt x="18890" y="637"/>
                  </a:cubicBezTo>
                  <a:cubicBezTo>
                    <a:pt x="18890" y="637"/>
                    <a:pt x="18890" y="634"/>
                    <a:pt x="18890" y="631"/>
                  </a:cubicBezTo>
                  <a:cubicBezTo>
                    <a:pt x="18890" y="619"/>
                    <a:pt x="18890" y="604"/>
                    <a:pt x="18893" y="592"/>
                  </a:cubicBezTo>
                  <a:lnTo>
                    <a:pt x="18893" y="580"/>
                  </a:lnTo>
                  <a:cubicBezTo>
                    <a:pt x="18893" y="568"/>
                    <a:pt x="18893" y="553"/>
                    <a:pt x="18893" y="541"/>
                  </a:cubicBezTo>
                  <a:cubicBezTo>
                    <a:pt x="18893" y="538"/>
                    <a:pt x="18893" y="535"/>
                    <a:pt x="18893" y="532"/>
                  </a:cubicBezTo>
                  <a:cubicBezTo>
                    <a:pt x="18893" y="517"/>
                    <a:pt x="18890" y="502"/>
                    <a:pt x="18890" y="487"/>
                  </a:cubicBezTo>
                  <a:cubicBezTo>
                    <a:pt x="18890" y="483"/>
                    <a:pt x="18890" y="480"/>
                    <a:pt x="18887" y="477"/>
                  </a:cubicBezTo>
                  <a:cubicBezTo>
                    <a:pt x="18887" y="465"/>
                    <a:pt x="18884" y="453"/>
                    <a:pt x="18881" y="441"/>
                  </a:cubicBezTo>
                  <a:lnTo>
                    <a:pt x="18878" y="429"/>
                  </a:lnTo>
                  <a:cubicBezTo>
                    <a:pt x="18875" y="417"/>
                    <a:pt x="18872" y="402"/>
                    <a:pt x="18866" y="390"/>
                  </a:cubicBezTo>
                  <a:cubicBezTo>
                    <a:pt x="18866" y="387"/>
                    <a:pt x="18866" y="384"/>
                    <a:pt x="18863" y="381"/>
                  </a:cubicBezTo>
                  <a:cubicBezTo>
                    <a:pt x="18860" y="369"/>
                    <a:pt x="18854" y="354"/>
                    <a:pt x="18848" y="345"/>
                  </a:cubicBezTo>
                  <a:cubicBezTo>
                    <a:pt x="18848" y="339"/>
                    <a:pt x="18845" y="333"/>
                    <a:pt x="18842" y="329"/>
                  </a:cubicBezTo>
                  <a:cubicBezTo>
                    <a:pt x="18839" y="323"/>
                    <a:pt x="18833" y="308"/>
                    <a:pt x="18830" y="299"/>
                  </a:cubicBezTo>
                  <a:cubicBezTo>
                    <a:pt x="18824" y="290"/>
                    <a:pt x="18824" y="290"/>
                    <a:pt x="18821" y="287"/>
                  </a:cubicBezTo>
                  <a:cubicBezTo>
                    <a:pt x="18815" y="275"/>
                    <a:pt x="18806" y="263"/>
                    <a:pt x="18797" y="248"/>
                  </a:cubicBezTo>
                  <a:lnTo>
                    <a:pt x="18790" y="239"/>
                  </a:lnTo>
                  <a:cubicBezTo>
                    <a:pt x="18784" y="230"/>
                    <a:pt x="18775" y="221"/>
                    <a:pt x="18769" y="212"/>
                  </a:cubicBezTo>
                  <a:cubicBezTo>
                    <a:pt x="18760" y="203"/>
                    <a:pt x="18763" y="203"/>
                    <a:pt x="18760" y="200"/>
                  </a:cubicBezTo>
                  <a:cubicBezTo>
                    <a:pt x="18751" y="188"/>
                    <a:pt x="18739" y="176"/>
                    <a:pt x="18727" y="163"/>
                  </a:cubicBezTo>
                  <a:cubicBezTo>
                    <a:pt x="18718" y="154"/>
                    <a:pt x="18706" y="142"/>
                    <a:pt x="18694" y="133"/>
                  </a:cubicBezTo>
                  <a:lnTo>
                    <a:pt x="18682" y="124"/>
                  </a:lnTo>
                  <a:cubicBezTo>
                    <a:pt x="18673" y="115"/>
                    <a:pt x="18664" y="109"/>
                    <a:pt x="18655" y="103"/>
                  </a:cubicBezTo>
                  <a:lnTo>
                    <a:pt x="18643" y="94"/>
                  </a:lnTo>
                  <a:cubicBezTo>
                    <a:pt x="18630" y="88"/>
                    <a:pt x="18618" y="79"/>
                    <a:pt x="18606" y="73"/>
                  </a:cubicBezTo>
                  <a:lnTo>
                    <a:pt x="18591" y="64"/>
                  </a:lnTo>
                  <a:lnTo>
                    <a:pt x="18564" y="52"/>
                  </a:lnTo>
                  <a:lnTo>
                    <a:pt x="18549" y="43"/>
                  </a:lnTo>
                  <a:cubicBezTo>
                    <a:pt x="18537" y="40"/>
                    <a:pt x="18522" y="34"/>
                    <a:pt x="18510" y="28"/>
                  </a:cubicBezTo>
                  <a:lnTo>
                    <a:pt x="18501" y="28"/>
                  </a:lnTo>
                  <a:cubicBezTo>
                    <a:pt x="18489" y="22"/>
                    <a:pt x="18476" y="18"/>
                    <a:pt x="18464" y="15"/>
                  </a:cubicBezTo>
                  <a:lnTo>
                    <a:pt x="18449" y="12"/>
                  </a:lnTo>
                  <a:lnTo>
                    <a:pt x="18416" y="6"/>
                  </a:lnTo>
                  <a:lnTo>
                    <a:pt x="18404" y="3"/>
                  </a:lnTo>
                  <a:cubicBezTo>
                    <a:pt x="18389" y="3"/>
                    <a:pt x="18374" y="0"/>
                    <a:pt x="1835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3" name="Google Shape;4927;p45"/>
            <p:cNvSpPr/>
            <p:nvPr/>
          </p:nvSpPr>
          <p:spPr>
            <a:xfrm>
              <a:off x="3860250" y="1861675"/>
              <a:ext cx="54675" cy="48550"/>
            </a:xfrm>
            <a:custGeom>
              <a:avLst/>
              <a:gdLst/>
              <a:ahLst/>
              <a:cxnLst/>
              <a:rect l="l" t="t" r="r" b="b"/>
              <a:pathLst>
                <a:path w="2187" h="1942" extrusionOk="0">
                  <a:moveTo>
                    <a:pt x="1563" y="1"/>
                  </a:moveTo>
                  <a:cubicBezTo>
                    <a:pt x="1416" y="1"/>
                    <a:pt x="1268" y="58"/>
                    <a:pt x="1157" y="172"/>
                  </a:cubicBezTo>
                  <a:lnTo>
                    <a:pt x="357" y="976"/>
                  </a:lnTo>
                  <a:cubicBezTo>
                    <a:pt x="0" y="1332"/>
                    <a:pt x="254" y="1942"/>
                    <a:pt x="758" y="1942"/>
                  </a:cubicBezTo>
                  <a:cubicBezTo>
                    <a:pt x="906" y="1942"/>
                    <a:pt x="1051" y="1882"/>
                    <a:pt x="1157" y="1776"/>
                  </a:cubicBezTo>
                  <a:lnTo>
                    <a:pt x="1957" y="973"/>
                  </a:lnTo>
                  <a:cubicBezTo>
                    <a:pt x="2184" y="755"/>
                    <a:pt x="2187" y="390"/>
                    <a:pt x="1963" y="166"/>
                  </a:cubicBezTo>
                  <a:cubicBezTo>
                    <a:pt x="1853" y="56"/>
                    <a:pt x="1708" y="1"/>
                    <a:pt x="156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4" name="Google Shape;4928;p45"/>
            <p:cNvSpPr/>
            <p:nvPr/>
          </p:nvSpPr>
          <p:spPr>
            <a:xfrm>
              <a:off x="3923425" y="1801775"/>
              <a:ext cx="51350" cy="48550"/>
            </a:xfrm>
            <a:custGeom>
              <a:avLst/>
              <a:gdLst/>
              <a:ahLst/>
              <a:cxnLst/>
              <a:rect l="l" t="t" r="r" b="b"/>
              <a:pathLst>
                <a:path w="2054" h="1942" extrusionOk="0">
                  <a:moveTo>
                    <a:pt x="1430" y="0"/>
                  </a:moveTo>
                  <a:cubicBezTo>
                    <a:pt x="1286" y="0"/>
                    <a:pt x="1141" y="56"/>
                    <a:pt x="1030" y="168"/>
                  </a:cubicBezTo>
                  <a:lnTo>
                    <a:pt x="230" y="968"/>
                  </a:lnTo>
                  <a:cubicBezTo>
                    <a:pt x="4" y="1189"/>
                    <a:pt x="1" y="1551"/>
                    <a:pt x="224" y="1774"/>
                  </a:cubicBezTo>
                  <a:cubicBezTo>
                    <a:pt x="334" y="1886"/>
                    <a:pt x="478" y="1941"/>
                    <a:pt x="623" y="1941"/>
                  </a:cubicBezTo>
                  <a:cubicBezTo>
                    <a:pt x="771" y="1941"/>
                    <a:pt x="919" y="1883"/>
                    <a:pt x="1030" y="1768"/>
                  </a:cubicBezTo>
                  <a:lnTo>
                    <a:pt x="1831" y="968"/>
                  </a:lnTo>
                  <a:cubicBezTo>
                    <a:pt x="2054" y="745"/>
                    <a:pt x="2051" y="388"/>
                    <a:pt x="1831" y="168"/>
                  </a:cubicBezTo>
                  <a:cubicBezTo>
                    <a:pt x="1720" y="56"/>
                    <a:pt x="1575" y="0"/>
                    <a:pt x="14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35" name="Google Shape;5059;p45"/>
          <p:cNvGrpSpPr/>
          <p:nvPr/>
        </p:nvGrpSpPr>
        <p:grpSpPr>
          <a:xfrm>
            <a:off x="1118493" y="4324057"/>
            <a:ext cx="612794" cy="609342"/>
            <a:chOff x="5648375" y="3804850"/>
            <a:chExt cx="483125" cy="483125"/>
          </a:xfrm>
          <a:solidFill>
            <a:schemeClr val="accent1"/>
          </a:solidFill>
        </p:grpSpPr>
        <p:sp>
          <p:nvSpPr>
            <p:cNvPr id="36" name="Google Shape;5060;p45"/>
            <p:cNvSpPr/>
            <p:nvPr/>
          </p:nvSpPr>
          <p:spPr>
            <a:xfrm>
              <a:off x="5648375" y="3804850"/>
              <a:ext cx="483125" cy="483125"/>
            </a:xfrm>
            <a:custGeom>
              <a:avLst/>
              <a:gdLst/>
              <a:ahLst/>
              <a:cxnLst/>
              <a:rect l="l" t="t" r="r" b="b"/>
              <a:pathLst>
                <a:path w="19325" h="19325" extrusionOk="0">
                  <a:moveTo>
                    <a:pt x="9662" y="1132"/>
                  </a:moveTo>
                  <a:cubicBezTo>
                    <a:pt x="14367" y="1132"/>
                    <a:pt x="18192" y="4958"/>
                    <a:pt x="18192" y="9662"/>
                  </a:cubicBezTo>
                  <a:cubicBezTo>
                    <a:pt x="18192" y="14367"/>
                    <a:pt x="14367" y="18192"/>
                    <a:pt x="9662" y="18192"/>
                  </a:cubicBezTo>
                  <a:cubicBezTo>
                    <a:pt x="4958" y="18192"/>
                    <a:pt x="1132" y="14367"/>
                    <a:pt x="1132" y="9662"/>
                  </a:cubicBezTo>
                  <a:cubicBezTo>
                    <a:pt x="1132" y="4958"/>
                    <a:pt x="4958" y="1132"/>
                    <a:pt x="9662" y="1132"/>
                  </a:cubicBezTo>
                  <a:close/>
                  <a:moveTo>
                    <a:pt x="9662" y="0"/>
                  </a:moveTo>
                  <a:cubicBezTo>
                    <a:pt x="7093" y="0"/>
                    <a:pt x="4668" y="1009"/>
                    <a:pt x="2838" y="2838"/>
                  </a:cubicBezTo>
                  <a:cubicBezTo>
                    <a:pt x="1009" y="4668"/>
                    <a:pt x="0" y="7093"/>
                    <a:pt x="0" y="9662"/>
                  </a:cubicBezTo>
                  <a:cubicBezTo>
                    <a:pt x="0" y="12232"/>
                    <a:pt x="1009" y="14657"/>
                    <a:pt x="2838" y="16486"/>
                  </a:cubicBezTo>
                  <a:cubicBezTo>
                    <a:pt x="4668" y="18316"/>
                    <a:pt x="7093" y="19325"/>
                    <a:pt x="9662" y="19325"/>
                  </a:cubicBezTo>
                  <a:cubicBezTo>
                    <a:pt x="12232" y="19325"/>
                    <a:pt x="14656" y="18316"/>
                    <a:pt x="16486" y="16486"/>
                  </a:cubicBezTo>
                  <a:cubicBezTo>
                    <a:pt x="18316" y="14657"/>
                    <a:pt x="19325" y="12232"/>
                    <a:pt x="19325" y="9662"/>
                  </a:cubicBezTo>
                  <a:cubicBezTo>
                    <a:pt x="19325" y="7093"/>
                    <a:pt x="18316" y="4668"/>
                    <a:pt x="16486" y="2838"/>
                  </a:cubicBezTo>
                  <a:cubicBezTo>
                    <a:pt x="14656" y="1009"/>
                    <a:pt x="12232" y="0"/>
                    <a:pt x="966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7" name="Google Shape;5061;p45"/>
            <p:cNvSpPr/>
            <p:nvPr/>
          </p:nvSpPr>
          <p:spPr>
            <a:xfrm>
              <a:off x="5762575" y="3947300"/>
              <a:ext cx="88275" cy="85000"/>
            </a:xfrm>
            <a:custGeom>
              <a:avLst/>
              <a:gdLst/>
              <a:ahLst/>
              <a:cxnLst/>
              <a:rect l="l" t="t" r="r" b="b"/>
              <a:pathLst>
                <a:path w="3531" h="3400" extrusionOk="0">
                  <a:moveTo>
                    <a:pt x="1697" y="1135"/>
                  </a:moveTo>
                  <a:cubicBezTo>
                    <a:pt x="2202" y="1135"/>
                    <a:pt x="2455" y="1742"/>
                    <a:pt x="2099" y="2101"/>
                  </a:cubicBezTo>
                  <a:cubicBezTo>
                    <a:pt x="1983" y="2216"/>
                    <a:pt x="1841" y="2268"/>
                    <a:pt x="1702" y="2268"/>
                  </a:cubicBezTo>
                  <a:cubicBezTo>
                    <a:pt x="1411" y="2268"/>
                    <a:pt x="1133" y="2041"/>
                    <a:pt x="1133" y="1700"/>
                  </a:cubicBezTo>
                  <a:cubicBezTo>
                    <a:pt x="1133" y="1386"/>
                    <a:pt x="1383" y="1135"/>
                    <a:pt x="1697" y="1135"/>
                  </a:cubicBezTo>
                  <a:close/>
                  <a:moveTo>
                    <a:pt x="1698" y="0"/>
                  </a:moveTo>
                  <a:cubicBezTo>
                    <a:pt x="1479" y="0"/>
                    <a:pt x="1258" y="43"/>
                    <a:pt x="1048" y="130"/>
                  </a:cubicBezTo>
                  <a:cubicBezTo>
                    <a:pt x="414" y="392"/>
                    <a:pt x="1" y="1011"/>
                    <a:pt x="1" y="1700"/>
                  </a:cubicBezTo>
                  <a:cubicBezTo>
                    <a:pt x="1" y="2639"/>
                    <a:pt x="758" y="3397"/>
                    <a:pt x="1697" y="3400"/>
                  </a:cubicBezTo>
                  <a:cubicBezTo>
                    <a:pt x="2386" y="3400"/>
                    <a:pt x="3005" y="2983"/>
                    <a:pt x="3268" y="2349"/>
                  </a:cubicBezTo>
                  <a:cubicBezTo>
                    <a:pt x="3530" y="1715"/>
                    <a:pt x="3385" y="984"/>
                    <a:pt x="2899" y="498"/>
                  </a:cubicBezTo>
                  <a:cubicBezTo>
                    <a:pt x="2574" y="173"/>
                    <a:pt x="2139" y="0"/>
                    <a:pt x="169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8" name="Google Shape;5062;p45"/>
            <p:cNvSpPr/>
            <p:nvPr/>
          </p:nvSpPr>
          <p:spPr>
            <a:xfrm>
              <a:off x="5932425" y="3947300"/>
              <a:ext cx="88250" cy="85000"/>
            </a:xfrm>
            <a:custGeom>
              <a:avLst/>
              <a:gdLst/>
              <a:ahLst/>
              <a:cxnLst/>
              <a:rect l="l" t="t" r="r" b="b"/>
              <a:pathLst>
                <a:path w="3530" h="3400" extrusionOk="0">
                  <a:moveTo>
                    <a:pt x="1697" y="1135"/>
                  </a:moveTo>
                  <a:cubicBezTo>
                    <a:pt x="2201" y="1135"/>
                    <a:pt x="2455" y="1742"/>
                    <a:pt x="2099" y="2101"/>
                  </a:cubicBezTo>
                  <a:cubicBezTo>
                    <a:pt x="1983" y="2216"/>
                    <a:pt x="1841" y="2268"/>
                    <a:pt x="1702" y="2268"/>
                  </a:cubicBezTo>
                  <a:cubicBezTo>
                    <a:pt x="1411" y="2268"/>
                    <a:pt x="1133" y="2041"/>
                    <a:pt x="1133" y="1700"/>
                  </a:cubicBezTo>
                  <a:cubicBezTo>
                    <a:pt x="1133" y="1386"/>
                    <a:pt x="1383" y="1135"/>
                    <a:pt x="1697" y="1135"/>
                  </a:cubicBezTo>
                  <a:close/>
                  <a:moveTo>
                    <a:pt x="1697" y="0"/>
                  </a:moveTo>
                  <a:cubicBezTo>
                    <a:pt x="1479" y="0"/>
                    <a:pt x="1258" y="43"/>
                    <a:pt x="1048" y="130"/>
                  </a:cubicBezTo>
                  <a:cubicBezTo>
                    <a:pt x="414" y="392"/>
                    <a:pt x="0" y="1011"/>
                    <a:pt x="0" y="1700"/>
                  </a:cubicBezTo>
                  <a:cubicBezTo>
                    <a:pt x="0" y="2639"/>
                    <a:pt x="758" y="3397"/>
                    <a:pt x="1697" y="3400"/>
                  </a:cubicBezTo>
                  <a:cubicBezTo>
                    <a:pt x="2386" y="3400"/>
                    <a:pt x="3005" y="2983"/>
                    <a:pt x="3267" y="2349"/>
                  </a:cubicBezTo>
                  <a:cubicBezTo>
                    <a:pt x="3530" y="1715"/>
                    <a:pt x="3385" y="984"/>
                    <a:pt x="2899" y="498"/>
                  </a:cubicBezTo>
                  <a:cubicBezTo>
                    <a:pt x="2574" y="173"/>
                    <a:pt x="2139" y="0"/>
                    <a:pt x="169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9" name="Google Shape;5063;p45"/>
            <p:cNvSpPr/>
            <p:nvPr/>
          </p:nvSpPr>
          <p:spPr>
            <a:xfrm>
              <a:off x="5762575" y="4060600"/>
              <a:ext cx="254800" cy="141550"/>
            </a:xfrm>
            <a:custGeom>
              <a:avLst/>
              <a:gdLst/>
              <a:ahLst/>
              <a:cxnLst/>
              <a:rect l="l" t="t" r="r" b="b"/>
              <a:pathLst>
                <a:path w="10192" h="5662" extrusionOk="0">
                  <a:moveTo>
                    <a:pt x="9017" y="1132"/>
                  </a:moveTo>
                  <a:cubicBezTo>
                    <a:pt x="8736" y="3083"/>
                    <a:pt x="7066" y="4529"/>
                    <a:pt x="5094" y="4529"/>
                  </a:cubicBezTo>
                  <a:cubicBezTo>
                    <a:pt x="3123" y="4529"/>
                    <a:pt x="1453" y="3083"/>
                    <a:pt x="1172" y="1132"/>
                  </a:cubicBezTo>
                  <a:close/>
                  <a:moveTo>
                    <a:pt x="565" y="0"/>
                  </a:moveTo>
                  <a:cubicBezTo>
                    <a:pt x="251" y="0"/>
                    <a:pt x="1" y="251"/>
                    <a:pt x="1" y="565"/>
                  </a:cubicBezTo>
                  <a:cubicBezTo>
                    <a:pt x="1" y="3373"/>
                    <a:pt x="2286" y="5662"/>
                    <a:pt x="5094" y="5662"/>
                  </a:cubicBezTo>
                  <a:cubicBezTo>
                    <a:pt x="7905" y="5662"/>
                    <a:pt x="10191" y="3373"/>
                    <a:pt x="10191" y="565"/>
                  </a:cubicBezTo>
                  <a:cubicBezTo>
                    <a:pt x="10191" y="251"/>
                    <a:pt x="9938" y="0"/>
                    <a:pt x="96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0" name="Google Shape;5104;p45"/>
          <p:cNvGrpSpPr/>
          <p:nvPr/>
        </p:nvGrpSpPr>
        <p:grpSpPr>
          <a:xfrm>
            <a:off x="192225" y="1917978"/>
            <a:ext cx="231320" cy="231320"/>
            <a:chOff x="1487200" y="4993750"/>
            <a:chExt cx="483125" cy="483125"/>
          </a:xfrm>
          <a:solidFill>
            <a:schemeClr val="tx2">
              <a:lumMod val="75000"/>
            </a:schemeClr>
          </a:solidFill>
        </p:grpSpPr>
        <p:sp>
          <p:nvSpPr>
            <p:cNvPr id="41" name="Google Shape;5105;p45"/>
            <p:cNvSpPr/>
            <p:nvPr/>
          </p:nvSpPr>
          <p:spPr>
            <a:xfrm>
              <a:off x="1487200" y="4993750"/>
              <a:ext cx="483125" cy="483125"/>
            </a:xfrm>
            <a:custGeom>
              <a:avLst/>
              <a:gdLst/>
              <a:ahLst/>
              <a:cxnLst/>
              <a:rect l="l" t="t" r="r" b="b"/>
              <a:pathLst>
                <a:path w="19325" h="19325" extrusionOk="0">
                  <a:moveTo>
                    <a:pt x="9662" y="1133"/>
                  </a:moveTo>
                  <a:cubicBezTo>
                    <a:pt x="11824" y="1133"/>
                    <a:pt x="13983" y="1975"/>
                    <a:pt x="15668" y="3657"/>
                  </a:cubicBezTo>
                  <a:cubicBezTo>
                    <a:pt x="19035" y="7027"/>
                    <a:pt x="19035" y="12302"/>
                    <a:pt x="15668" y="15668"/>
                  </a:cubicBezTo>
                  <a:cubicBezTo>
                    <a:pt x="13983" y="17352"/>
                    <a:pt x="11822" y="18193"/>
                    <a:pt x="9661" y="18193"/>
                  </a:cubicBezTo>
                  <a:cubicBezTo>
                    <a:pt x="7500" y="18193"/>
                    <a:pt x="5340" y="17352"/>
                    <a:pt x="3657" y="15668"/>
                  </a:cubicBezTo>
                  <a:cubicBezTo>
                    <a:pt x="290" y="12302"/>
                    <a:pt x="290" y="7024"/>
                    <a:pt x="3657" y="3657"/>
                  </a:cubicBezTo>
                  <a:cubicBezTo>
                    <a:pt x="5342" y="1975"/>
                    <a:pt x="7500" y="1133"/>
                    <a:pt x="9662" y="1133"/>
                  </a:cubicBezTo>
                  <a:close/>
                  <a:moveTo>
                    <a:pt x="9662" y="1"/>
                  </a:moveTo>
                  <a:cubicBezTo>
                    <a:pt x="7117" y="1"/>
                    <a:pt x="4698" y="1015"/>
                    <a:pt x="2857" y="2857"/>
                  </a:cubicBezTo>
                  <a:cubicBezTo>
                    <a:pt x="1015" y="4699"/>
                    <a:pt x="0" y="7117"/>
                    <a:pt x="0" y="9663"/>
                  </a:cubicBezTo>
                  <a:cubicBezTo>
                    <a:pt x="0" y="12208"/>
                    <a:pt x="1015" y="14627"/>
                    <a:pt x="2857" y="16469"/>
                  </a:cubicBezTo>
                  <a:cubicBezTo>
                    <a:pt x="4698" y="18310"/>
                    <a:pt x="7117" y="19325"/>
                    <a:pt x="9662" y="19325"/>
                  </a:cubicBezTo>
                  <a:cubicBezTo>
                    <a:pt x="12208" y="19325"/>
                    <a:pt x="14626" y="18310"/>
                    <a:pt x="16468" y="16469"/>
                  </a:cubicBezTo>
                  <a:cubicBezTo>
                    <a:pt x="18310" y="14627"/>
                    <a:pt x="19325" y="12208"/>
                    <a:pt x="19325" y="9663"/>
                  </a:cubicBezTo>
                  <a:cubicBezTo>
                    <a:pt x="19325" y="7117"/>
                    <a:pt x="18310" y="4699"/>
                    <a:pt x="16468" y="2857"/>
                  </a:cubicBezTo>
                  <a:cubicBezTo>
                    <a:pt x="14626" y="1015"/>
                    <a:pt x="12208" y="1"/>
                    <a:pt x="96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2" name="Google Shape;5106;p45"/>
            <p:cNvSpPr/>
            <p:nvPr/>
          </p:nvSpPr>
          <p:spPr>
            <a:xfrm>
              <a:off x="1602600" y="5143950"/>
              <a:ext cx="250350" cy="182725"/>
            </a:xfrm>
            <a:custGeom>
              <a:avLst/>
              <a:gdLst/>
              <a:ahLst/>
              <a:cxnLst/>
              <a:rect l="l" t="t" r="r" b="b"/>
              <a:pathLst>
                <a:path w="10014" h="7309" extrusionOk="0">
                  <a:moveTo>
                    <a:pt x="8149" y="1134"/>
                  </a:moveTo>
                  <a:cubicBezTo>
                    <a:pt x="8294" y="1134"/>
                    <a:pt x="8439" y="1189"/>
                    <a:pt x="8549" y="1300"/>
                  </a:cubicBezTo>
                  <a:cubicBezTo>
                    <a:pt x="8769" y="1520"/>
                    <a:pt x="8769" y="1879"/>
                    <a:pt x="8549" y="2100"/>
                  </a:cubicBezTo>
                  <a:lnTo>
                    <a:pt x="4639" y="6007"/>
                  </a:lnTo>
                  <a:cubicBezTo>
                    <a:pt x="4527" y="6120"/>
                    <a:pt x="4377" y="6177"/>
                    <a:pt x="4227" y="6177"/>
                  </a:cubicBezTo>
                  <a:cubicBezTo>
                    <a:pt x="4081" y="6177"/>
                    <a:pt x="3937" y="6123"/>
                    <a:pt x="3830" y="6016"/>
                  </a:cubicBezTo>
                  <a:lnTo>
                    <a:pt x="1547" y="3748"/>
                  </a:lnTo>
                  <a:cubicBezTo>
                    <a:pt x="1296" y="3534"/>
                    <a:pt x="1281" y="3151"/>
                    <a:pt x="1514" y="2918"/>
                  </a:cubicBezTo>
                  <a:cubicBezTo>
                    <a:pt x="1626" y="2806"/>
                    <a:pt x="1771" y="2750"/>
                    <a:pt x="1916" y="2750"/>
                  </a:cubicBezTo>
                  <a:cubicBezTo>
                    <a:pt x="2074" y="2750"/>
                    <a:pt x="2232" y="2817"/>
                    <a:pt x="2344" y="2948"/>
                  </a:cubicBezTo>
                  <a:lnTo>
                    <a:pt x="3784" y="4388"/>
                  </a:lnTo>
                  <a:cubicBezTo>
                    <a:pt x="3793" y="4401"/>
                    <a:pt x="3805" y="4410"/>
                    <a:pt x="3817" y="4419"/>
                  </a:cubicBezTo>
                  <a:cubicBezTo>
                    <a:pt x="3817" y="4422"/>
                    <a:pt x="3820" y="4422"/>
                    <a:pt x="3823" y="4425"/>
                  </a:cubicBezTo>
                  <a:cubicBezTo>
                    <a:pt x="3934" y="4535"/>
                    <a:pt x="4078" y="4590"/>
                    <a:pt x="4222" y="4590"/>
                  </a:cubicBezTo>
                  <a:cubicBezTo>
                    <a:pt x="4367" y="4590"/>
                    <a:pt x="4512" y="4535"/>
                    <a:pt x="4624" y="4425"/>
                  </a:cubicBezTo>
                  <a:lnTo>
                    <a:pt x="7749" y="1300"/>
                  </a:lnTo>
                  <a:cubicBezTo>
                    <a:pt x="7859" y="1189"/>
                    <a:pt x="8004" y="1134"/>
                    <a:pt x="8149" y="1134"/>
                  </a:cubicBezTo>
                  <a:close/>
                  <a:moveTo>
                    <a:pt x="8146" y="1"/>
                  </a:moveTo>
                  <a:cubicBezTo>
                    <a:pt x="7712" y="1"/>
                    <a:pt x="7279" y="166"/>
                    <a:pt x="6949" y="496"/>
                  </a:cubicBezTo>
                  <a:lnTo>
                    <a:pt x="6946" y="496"/>
                  </a:lnTo>
                  <a:lnTo>
                    <a:pt x="4219" y="3223"/>
                  </a:lnTo>
                  <a:lnTo>
                    <a:pt x="3144" y="2148"/>
                  </a:lnTo>
                  <a:cubicBezTo>
                    <a:pt x="2808" y="1779"/>
                    <a:pt x="2348" y="1594"/>
                    <a:pt x="1887" y="1594"/>
                  </a:cubicBezTo>
                  <a:cubicBezTo>
                    <a:pt x="1453" y="1594"/>
                    <a:pt x="1019" y="1758"/>
                    <a:pt x="686" y="2091"/>
                  </a:cubicBezTo>
                  <a:cubicBezTo>
                    <a:pt x="1" y="2776"/>
                    <a:pt x="28" y="3896"/>
                    <a:pt x="747" y="4549"/>
                  </a:cubicBezTo>
                  <a:lnTo>
                    <a:pt x="3029" y="6819"/>
                  </a:lnTo>
                  <a:cubicBezTo>
                    <a:pt x="3344" y="7131"/>
                    <a:pt x="3768" y="7308"/>
                    <a:pt x="4214" y="7308"/>
                  </a:cubicBezTo>
                  <a:cubicBezTo>
                    <a:pt x="4218" y="7308"/>
                    <a:pt x="4221" y="7308"/>
                    <a:pt x="4225" y="7308"/>
                  </a:cubicBezTo>
                  <a:cubicBezTo>
                    <a:pt x="4678" y="7308"/>
                    <a:pt x="5116" y="7127"/>
                    <a:pt x="5439" y="6807"/>
                  </a:cubicBezTo>
                  <a:lnTo>
                    <a:pt x="9349" y="2900"/>
                  </a:lnTo>
                  <a:cubicBezTo>
                    <a:pt x="10013" y="2236"/>
                    <a:pt x="10013" y="1161"/>
                    <a:pt x="9349" y="499"/>
                  </a:cubicBezTo>
                  <a:cubicBezTo>
                    <a:pt x="9017" y="167"/>
                    <a:pt x="8581" y="1"/>
                    <a:pt x="814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3" name="Google Shape;5104;p45"/>
          <p:cNvGrpSpPr/>
          <p:nvPr/>
        </p:nvGrpSpPr>
        <p:grpSpPr>
          <a:xfrm>
            <a:off x="2599391" y="4495268"/>
            <a:ext cx="231320" cy="231320"/>
            <a:chOff x="1487200" y="4993750"/>
            <a:chExt cx="483125" cy="483125"/>
          </a:xfrm>
          <a:solidFill>
            <a:schemeClr val="tx2">
              <a:lumMod val="75000"/>
            </a:schemeClr>
          </a:solidFill>
        </p:grpSpPr>
        <p:sp>
          <p:nvSpPr>
            <p:cNvPr id="44" name="Google Shape;5105;p45"/>
            <p:cNvSpPr/>
            <p:nvPr/>
          </p:nvSpPr>
          <p:spPr>
            <a:xfrm>
              <a:off x="1487200" y="4993750"/>
              <a:ext cx="483125" cy="483125"/>
            </a:xfrm>
            <a:custGeom>
              <a:avLst/>
              <a:gdLst/>
              <a:ahLst/>
              <a:cxnLst/>
              <a:rect l="l" t="t" r="r" b="b"/>
              <a:pathLst>
                <a:path w="19325" h="19325" extrusionOk="0">
                  <a:moveTo>
                    <a:pt x="9662" y="1133"/>
                  </a:moveTo>
                  <a:cubicBezTo>
                    <a:pt x="11824" y="1133"/>
                    <a:pt x="13983" y="1975"/>
                    <a:pt x="15668" y="3657"/>
                  </a:cubicBezTo>
                  <a:cubicBezTo>
                    <a:pt x="19035" y="7027"/>
                    <a:pt x="19035" y="12302"/>
                    <a:pt x="15668" y="15668"/>
                  </a:cubicBezTo>
                  <a:cubicBezTo>
                    <a:pt x="13983" y="17352"/>
                    <a:pt x="11822" y="18193"/>
                    <a:pt x="9661" y="18193"/>
                  </a:cubicBezTo>
                  <a:cubicBezTo>
                    <a:pt x="7500" y="18193"/>
                    <a:pt x="5340" y="17352"/>
                    <a:pt x="3657" y="15668"/>
                  </a:cubicBezTo>
                  <a:cubicBezTo>
                    <a:pt x="290" y="12302"/>
                    <a:pt x="290" y="7024"/>
                    <a:pt x="3657" y="3657"/>
                  </a:cubicBezTo>
                  <a:cubicBezTo>
                    <a:pt x="5342" y="1975"/>
                    <a:pt x="7500" y="1133"/>
                    <a:pt x="9662" y="1133"/>
                  </a:cubicBezTo>
                  <a:close/>
                  <a:moveTo>
                    <a:pt x="9662" y="1"/>
                  </a:moveTo>
                  <a:cubicBezTo>
                    <a:pt x="7117" y="1"/>
                    <a:pt x="4698" y="1015"/>
                    <a:pt x="2857" y="2857"/>
                  </a:cubicBezTo>
                  <a:cubicBezTo>
                    <a:pt x="1015" y="4699"/>
                    <a:pt x="0" y="7117"/>
                    <a:pt x="0" y="9663"/>
                  </a:cubicBezTo>
                  <a:cubicBezTo>
                    <a:pt x="0" y="12208"/>
                    <a:pt x="1015" y="14627"/>
                    <a:pt x="2857" y="16469"/>
                  </a:cubicBezTo>
                  <a:cubicBezTo>
                    <a:pt x="4698" y="18310"/>
                    <a:pt x="7117" y="19325"/>
                    <a:pt x="9662" y="19325"/>
                  </a:cubicBezTo>
                  <a:cubicBezTo>
                    <a:pt x="12208" y="19325"/>
                    <a:pt x="14626" y="18310"/>
                    <a:pt x="16468" y="16469"/>
                  </a:cubicBezTo>
                  <a:cubicBezTo>
                    <a:pt x="18310" y="14627"/>
                    <a:pt x="19325" y="12208"/>
                    <a:pt x="19325" y="9663"/>
                  </a:cubicBezTo>
                  <a:cubicBezTo>
                    <a:pt x="19325" y="7117"/>
                    <a:pt x="18310" y="4699"/>
                    <a:pt x="16468" y="2857"/>
                  </a:cubicBezTo>
                  <a:cubicBezTo>
                    <a:pt x="14626" y="1015"/>
                    <a:pt x="12208" y="1"/>
                    <a:pt x="96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5" name="Google Shape;5106;p45"/>
            <p:cNvSpPr/>
            <p:nvPr/>
          </p:nvSpPr>
          <p:spPr>
            <a:xfrm>
              <a:off x="1602600" y="5143950"/>
              <a:ext cx="250350" cy="182725"/>
            </a:xfrm>
            <a:custGeom>
              <a:avLst/>
              <a:gdLst/>
              <a:ahLst/>
              <a:cxnLst/>
              <a:rect l="l" t="t" r="r" b="b"/>
              <a:pathLst>
                <a:path w="10014" h="7309" extrusionOk="0">
                  <a:moveTo>
                    <a:pt x="8149" y="1134"/>
                  </a:moveTo>
                  <a:cubicBezTo>
                    <a:pt x="8294" y="1134"/>
                    <a:pt x="8439" y="1189"/>
                    <a:pt x="8549" y="1300"/>
                  </a:cubicBezTo>
                  <a:cubicBezTo>
                    <a:pt x="8769" y="1520"/>
                    <a:pt x="8769" y="1879"/>
                    <a:pt x="8549" y="2100"/>
                  </a:cubicBezTo>
                  <a:lnTo>
                    <a:pt x="4639" y="6007"/>
                  </a:lnTo>
                  <a:cubicBezTo>
                    <a:pt x="4527" y="6120"/>
                    <a:pt x="4377" y="6177"/>
                    <a:pt x="4227" y="6177"/>
                  </a:cubicBezTo>
                  <a:cubicBezTo>
                    <a:pt x="4081" y="6177"/>
                    <a:pt x="3937" y="6123"/>
                    <a:pt x="3830" y="6016"/>
                  </a:cubicBezTo>
                  <a:lnTo>
                    <a:pt x="1547" y="3748"/>
                  </a:lnTo>
                  <a:cubicBezTo>
                    <a:pt x="1296" y="3534"/>
                    <a:pt x="1281" y="3151"/>
                    <a:pt x="1514" y="2918"/>
                  </a:cubicBezTo>
                  <a:cubicBezTo>
                    <a:pt x="1626" y="2806"/>
                    <a:pt x="1771" y="2750"/>
                    <a:pt x="1916" y="2750"/>
                  </a:cubicBezTo>
                  <a:cubicBezTo>
                    <a:pt x="2074" y="2750"/>
                    <a:pt x="2232" y="2817"/>
                    <a:pt x="2344" y="2948"/>
                  </a:cubicBezTo>
                  <a:lnTo>
                    <a:pt x="3784" y="4388"/>
                  </a:lnTo>
                  <a:cubicBezTo>
                    <a:pt x="3793" y="4401"/>
                    <a:pt x="3805" y="4410"/>
                    <a:pt x="3817" y="4419"/>
                  </a:cubicBezTo>
                  <a:cubicBezTo>
                    <a:pt x="3817" y="4422"/>
                    <a:pt x="3820" y="4422"/>
                    <a:pt x="3823" y="4425"/>
                  </a:cubicBezTo>
                  <a:cubicBezTo>
                    <a:pt x="3934" y="4535"/>
                    <a:pt x="4078" y="4590"/>
                    <a:pt x="4222" y="4590"/>
                  </a:cubicBezTo>
                  <a:cubicBezTo>
                    <a:pt x="4367" y="4590"/>
                    <a:pt x="4512" y="4535"/>
                    <a:pt x="4624" y="4425"/>
                  </a:cubicBezTo>
                  <a:lnTo>
                    <a:pt x="7749" y="1300"/>
                  </a:lnTo>
                  <a:cubicBezTo>
                    <a:pt x="7859" y="1189"/>
                    <a:pt x="8004" y="1134"/>
                    <a:pt x="8149" y="1134"/>
                  </a:cubicBezTo>
                  <a:close/>
                  <a:moveTo>
                    <a:pt x="8146" y="1"/>
                  </a:moveTo>
                  <a:cubicBezTo>
                    <a:pt x="7712" y="1"/>
                    <a:pt x="7279" y="166"/>
                    <a:pt x="6949" y="496"/>
                  </a:cubicBezTo>
                  <a:lnTo>
                    <a:pt x="6946" y="496"/>
                  </a:lnTo>
                  <a:lnTo>
                    <a:pt x="4219" y="3223"/>
                  </a:lnTo>
                  <a:lnTo>
                    <a:pt x="3144" y="2148"/>
                  </a:lnTo>
                  <a:cubicBezTo>
                    <a:pt x="2808" y="1779"/>
                    <a:pt x="2348" y="1594"/>
                    <a:pt x="1887" y="1594"/>
                  </a:cubicBezTo>
                  <a:cubicBezTo>
                    <a:pt x="1453" y="1594"/>
                    <a:pt x="1019" y="1758"/>
                    <a:pt x="686" y="2091"/>
                  </a:cubicBezTo>
                  <a:cubicBezTo>
                    <a:pt x="1" y="2776"/>
                    <a:pt x="28" y="3896"/>
                    <a:pt x="747" y="4549"/>
                  </a:cubicBezTo>
                  <a:lnTo>
                    <a:pt x="3029" y="6819"/>
                  </a:lnTo>
                  <a:cubicBezTo>
                    <a:pt x="3344" y="7131"/>
                    <a:pt x="3768" y="7308"/>
                    <a:pt x="4214" y="7308"/>
                  </a:cubicBezTo>
                  <a:cubicBezTo>
                    <a:pt x="4218" y="7308"/>
                    <a:pt x="4221" y="7308"/>
                    <a:pt x="4225" y="7308"/>
                  </a:cubicBezTo>
                  <a:cubicBezTo>
                    <a:pt x="4678" y="7308"/>
                    <a:pt x="5116" y="7127"/>
                    <a:pt x="5439" y="6807"/>
                  </a:cubicBezTo>
                  <a:lnTo>
                    <a:pt x="9349" y="2900"/>
                  </a:lnTo>
                  <a:cubicBezTo>
                    <a:pt x="10013" y="2236"/>
                    <a:pt x="10013" y="1161"/>
                    <a:pt x="9349" y="499"/>
                  </a:cubicBezTo>
                  <a:cubicBezTo>
                    <a:pt x="9017" y="167"/>
                    <a:pt x="8581" y="1"/>
                    <a:pt x="814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6" name="Google Shape;5104;p45"/>
          <p:cNvGrpSpPr/>
          <p:nvPr/>
        </p:nvGrpSpPr>
        <p:grpSpPr>
          <a:xfrm>
            <a:off x="193075" y="3643850"/>
            <a:ext cx="231320" cy="231320"/>
            <a:chOff x="1487200" y="4993750"/>
            <a:chExt cx="483125" cy="483125"/>
          </a:xfrm>
          <a:solidFill>
            <a:schemeClr val="tx2">
              <a:lumMod val="75000"/>
            </a:schemeClr>
          </a:solidFill>
        </p:grpSpPr>
        <p:sp>
          <p:nvSpPr>
            <p:cNvPr id="47" name="Google Shape;5105;p45"/>
            <p:cNvSpPr/>
            <p:nvPr/>
          </p:nvSpPr>
          <p:spPr>
            <a:xfrm>
              <a:off x="1487200" y="4993750"/>
              <a:ext cx="483125" cy="483125"/>
            </a:xfrm>
            <a:custGeom>
              <a:avLst/>
              <a:gdLst/>
              <a:ahLst/>
              <a:cxnLst/>
              <a:rect l="l" t="t" r="r" b="b"/>
              <a:pathLst>
                <a:path w="19325" h="19325" extrusionOk="0">
                  <a:moveTo>
                    <a:pt x="9662" y="1133"/>
                  </a:moveTo>
                  <a:cubicBezTo>
                    <a:pt x="11824" y="1133"/>
                    <a:pt x="13983" y="1975"/>
                    <a:pt x="15668" y="3657"/>
                  </a:cubicBezTo>
                  <a:cubicBezTo>
                    <a:pt x="19035" y="7027"/>
                    <a:pt x="19035" y="12302"/>
                    <a:pt x="15668" y="15668"/>
                  </a:cubicBezTo>
                  <a:cubicBezTo>
                    <a:pt x="13983" y="17352"/>
                    <a:pt x="11822" y="18193"/>
                    <a:pt x="9661" y="18193"/>
                  </a:cubicBezTo>
                  <a:cubicBezTo>
                    <a:pt x="7500" y="18193"/>
                    <a:pt x="5340" y="17352"/>
                    <a:pt x="3657" y="15668"/>
                  </a:cubicBezTo>
                  <a:cubicBezTo>
                    <a:pt x="290" y="12302"/>
                    <a:pt x="290" y="7024"/>
                    <a:pt x="3657" y="3657"/>
                  </a:cubicBezTo>
                  <a:cubicBezTo>
                    <a:pt x="5342" y="1975"/>
                    <a:pt x="7500" y="1133"/>
                    <a:pt x="9662" y="1133"/>
                  </a:cubicBezTo>
                  <a:close/>
                  <a:moveTo>
                    <a:pt x="9662" y="1"/>
                  </a:moveTo>
                  <a:cubicBezTo>
                    <a:pt x="7117" y="1"/>
                    <a:pt x="4698" y="1015"/>
                    <a:pt x="2857" y="2857"/>
                  </a:cubicBezTo>
                  <a:cubicBezTo>
                    <a:pt x="1015" y="4699"/>
                    <a:pt x="0" y="7117"/>
                    <a:pt x="0" y="9663"/>
                  </a:cubicBezTo>
                  <a:cubicBezTo>
                    <a:pt x="0" y="12208"/>
                    <a:pt x="1015" y="14627"/>
                    <a:pt x="2857" y="16469"/>
                  </a:cubicBezTo>
                  <a:cubicBezTo>
                    <a:pt x="4698" y="18310"/>
                    <a:pt x="7117" y="19325"/>
                    <a:pt x="9662" y="19325"/>
                  </a:cubicBezTo>
                  <a:cubicBezTo>
                    <a:pt x="12208" y="19325"/>
                    <a:pt x="14626" y="18310"/>
                    <a:pt x="16468" y="16469"/>
                  </a:cubicBezTo>
                  <a:cubicBezTo>
                    <a:pt x="18310" y="14627"/>
                    <a:pt x="19325" y="12208"/>
                    <a:pt x="19325" y="9663"/>
                  </a:cubicBezTo>
                  <a:cubicBezTo>
                    <a:pt x="19325" y="7117"/>
                    <a:pt x="18310" y="4699"/>
                    <a:pt x="16468" y="2857"/>
                  </a:cubicBezTo>
                  <a:cubicBezTo>
                    <a:pt x="14626" y="1015"/>
                    <a:pt x="12208" y="1"/>
                    <a:pt x="96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 name="Google Shape;5106;p45"/>
            <p:cNvSpPr/>
            <p:nvPr/>
          </p:nvSpPr>
          <p:spPr>
            <a:xfrm>
              <a:off x="1602600" y="5143950"/>
              <a:ext cx="250350" cy="182725"/>
            </a:xfrm>
            <a:custGeom>
              <a:avLst/>
              <a:gdLst/>
              <a:ahLst/>
              <a:cxnLst/>
              <a:rect l="l" t="t" r="r" b="b"/>
              <a:pathLst>
                <a:path w="10014" h="7309" extrusionOk="0">
                  <a:moveTo>
                    <a:pt x="8149" y="1134"/>
                  </a:moveTo>
                  <a:cubicBezTo>
                    <a:pt x="8294" y="1134"/>
                    <a:pt x="8439" y="1189"/>
                    <a:pt x="8549" y="1300"/>
                  </a:cubicBezTo>
                  <a:cubicBezTo>
                    <a:pt x="8769" y="1520"/>
                    <a:pt x="8769" y="1879"/>
                    <a:pt x="8549" y="2100"/>
                  </a:cubicBezTo>
                  <a:lnTo>
                    <a:pt x="4639" y="6007"/>
                  </a:lnTo>
                  <a:cubicBezTo>
                    <a:pt x="4527" y="6120"/>
                    <a:pt x="4377" y="6177"/>
                    <a:pt x="4227" y="6177"/>
                  </a:cubicBezTo>
                  <a:cubicBezTo>
                    <a:pt x="4081" y="6177"/>
                    <a:pt x="3937" y="6123"/>
                    <a:pt x="3830" y="6016"/>
                  </a:cubicBezTo>
                  <a:lnTo>
                    <a:pt x="1547" y="3748"/>
                  </a:lnTo>
                  <a:cubicBezTo>
                    <a:pt x="1296" y="3534"/>
                    <a:pt x="1281" y="3151"/>
                    <a:pt x="1514" y="2918"/>
                  </a:cubicBezTo>
                  <a:cubicBezTo>
                    <a:pt x="1626" y="2806"/>
                    <a:pt x="1771" y="2750"/>
                    <a:pt x="1916" y="2750"/>
                  </a:cubicBezTo>
                  <a:cubicBezTo>
                    <a:pt x="2074" y="2750"/>
                    <a:pt x="2232" y="2817"/>
                    <a:pt x="2344" y="2948"/>
                  </a:cubicBezTo>
                  <a:lnTo>
                    <a:pt x="3784" y="4388"/>
                  </a:lnTo>
                  <a:cubicBezTo>
                    <a:pt x="3793" y="4401"/>
                    <a:pt x="3805" y="4410"/>
                    <a:pt x="3817" y="4419"/>
                  </a:cubicBezTo>
                  <a:cubicBezTo>
                    <a:pt x="3817" y="4422"/>
                    <a:pt x="3820" y="4422"/>
                    <a:pt x="3823" y="4425"/>
                  </a:cubicBezTo>
                  <a:cubicBezTo>
                    <a:pt x="3934" y="4535"/>
                    <a:pt x="4078" y="4590"/>
                    <a:pt x="4222" y="4590"/>
                  </a:cubicBezTo>
                  <a:cubicBezTo>
                    <a:pt x="4367" y="4590"/>
                    <a:pt x="4512" y="4535"/>
                    <a:pt x="4624" y="4425"/>
                  </a:cubicBezTo>
                  <a:lnTo>
                    <a:pt x="7749" y="1300"/>
                  </a:lnTo>
                  <a:cubicBezTo>
                    <a:pt x="7859" y="1189"/>
                    <a:pt x="8004" y="1134"/>
                    <a:pt x="8149" y="1134"/>
                  </a:cubicBezTo>
                  <a:close/>
                  <a:moveTo>
                    <a:pt x="8146" y="1"/>
                  </a:moveTo>
                  <a:cubicBezTo>
                    <a:pt x="7712" y="1"/>
                    <a:pt x="7279" y="166"/>
                    <a:pt x="6949" y="496"/>
                  </a:cubicBezTo>
                  <a:lnTo>
                    <a:pt x="6946" y="496"/>
                  </a:lnTo>
                  <a:lnTo>
                    <a:pt x="4219" y="3223"/>
                  </a:lnTo>
                  <a:lnTo>
                    <a:pt x="3144" y="2148"/>
                  </a:lnTo>
                  <a:cubicBezTo>
                    <a:pt x="2808" y="1779"/>
                    <a:pt x="2348" y="1594"/>
                    <a:pt x="1887" y="1594"/>
                  </a:cubicBezTo>
                  <a:cubicBezTo>
                    <a:pt x="1453" y="1594"/>
                    <a:pt x="1019" y="1758"/>
                    <a:pt x="686" y="2091"/>
                  </a:cubicBezTo>
                  <a:cubicBezTo>
                    <a:pt x="1" y="2776"/>
                    <a:pt x="28" y="3896"/>
                    <a:pt x="747" y="4549"/>
                  </a:cubicBezTo>
                  <a:lnTo>
                    <a:pt x="3029" y="6819"/>
                  </a:lnTo>
                  <a:cubicBezTo>
                    <a:pt x="3344" y="7131"/>
                    <a:pt x="3768" y="7308"/>
                    <a:pt x="4214" y="7308"/>
                  </a:cubicBezTo>
                  <a:cubicBezTo>
                    <a:pt x="4218" y="7308"/>
                    <a:pt x="4221" y="7308"/>
                    <a:pt x="4225" y="7308"/>
                  </a:cubicBezTo>
                  <a:cubicBezTo>
                    <a:pt x="4678" y="7308"/>
                    <a:pt x="5116" y="7127"/>
                    <a:pt x="5439" y="6807"/>
                  </a:cubicBezTo>
                  <a:lnTo>
                    <a:pt x="9349" y="2900"/>
                  </a:lnTo>
                  <a:cubicBezTo>
                    <a:pt x="10013" y="2236"/>
                    <a:pt x="10013" y="1161"/>
                    <a:pt x="9349" y="499"/>
                  </a:cubicBezTo>
                  <a:cubicBezTo>
                    <a:pt x="9017" y="167"/>
                    <a:pt x="8581" y="1"/>
                    <a:pt x="814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9" name="Google Shape;5104;p45"/>
          <p:cNvGrpSpPr/>
          <p:nvPr/>
        </p:nvGrpSpPr>
        <p:grpSpPr>
          <a:xfrm>
            <a:off x="2599865" y="2636430"/>
            <a:ext cx="231320" cy="231320"/>
            <a:chOff x="1487200" y="4993750"/>
            <a:chExt cx="483125" cy="483125"/>
          </a:xfrm>
          <a:solidFill>
            <a:schemeClr val="tx2">
              <a:lumMod val="75000"/>
            </a:schemeClr>
          </a:solidFill>
        </p:grpSpPr>
        <p:sp>
          <p:nvSpPr>
            <p:cNvPr id="50" name="Google Shape;5105;p45"/>
            <p:cNvSpPr/>
            <p:nvPr/>
          </p:nvSpPr>
          <p:spPr>
            <a:xfrm>
              <a:off x="1487200" y="4993750"/>
              <a:ext cx="483125" cy="483125"/>
            </a:xfrm>
            <a:custGeom>
              <a:avLst/>
              <a:gdLst/>
              <a:ahLst/>
              <a:cxnLst/>
              <a:rect l="l" t="t" r="r" b="b"/>
              <a:pathLst>
                <a:path w="19325" h="19325" extrusionOk="0">
                  <a:moveTo>
                    <a:pt x="9662" y="1133"/>
                  </a:moveTo>
                  <a:cubicBezTo>
                    <a:pt x="11824" y="1133"/>
                    <a:pt x="13983" y="1975"/>
                    <a:pt x="15668" y="3657"/>
                  </a:cubicBezTo>
                  <a:cubicBezTo>
                    <a:pt x="19035" y="7027"/>
                    <a:pt x="19035" y="12302"/>
                    <a:pt x="15668" y="15668"/>
                  </a:cubicBezTo>
                  <a:cubicBezTo>
                    <a:pt x="13983" y="17352"/>
                    <a:pt x="11822" y="18193"/>
                    <a:pt x="9661" y="18193"/>
                  </a:cubicBezTo>
                  <a:cubicBezTo>
                    <a:pt x="7500" y="18193"/>
                    <a:pt x="5340" y="17352"/>
                    <a:pt x="3657" y="15668"/>
                  </a:cubicBezTo>
                  <a:cubicBezTo>
                    <a:pt x="290" y="12302"/>
                    <a:pt x="290" y="7024"/>
                    <a:pt x="3657" y="3657"/>
                  </a:cubicBezTo>
                  <a:cubicBezTo>
                    <a:pt x="5342" y="1975"/>
                    <a:pt x="7500" y="1133"/>
                    <a:pt x="9662" y="1133"/>
                  </a:cubicBezTo>
                  <a:close/>
                  <a:moveTo>
                    <a:pt x="9662" y="1"/>
                  </a:moveTo>
                  <a:cubicBezTo>
                    <a:pt x="7117" y="1"/>
                    <a:pt x="4698" y="1015"/>
                    <a:pt x="2857" y="2857"/>
                  </a:cubicBezTo>
                  <a:cubicBezTo>
                    <a:pt x="1015" y="4699"/>
                    <a:pt x="0" y="7117"/>
                    <a:pt x="0" y="9663"/>
                  </a:cubicBezTo>
                  <a:cubicBezTo>
                    <a:pt x="0" y="12208"/>
                    <a:pt x="1015" y="14627"/>
                    <a:pt x="2857" y="16469"/>
                  </a:cubicBezTo>
                  <a:cubicBezTo>
                    <a:pt x="4698" y="18310"/>
                    <a:pt x="7117" y="19325"/>
                    <a:pt x="9662" y="19325"/>
                  </a:cubicBezTo>
                  <a:cubicBezTo>
                    <a:pt x="12208" y="19325"/>
                    <a:pt x="14626" y="18310"/>
                    <a:pt x="16468" y="16469"/>
                  </a:cubicBezTo>
                  <a:cubicBezTo>
                    <a:pt x="18310" y="14627"/>
                    <a:pt x="19325" y="12208"/>
                    <a:pt x="19325" y="9663"/>
                  </a:cubicBezTo>
                  <a:cubicBezTo>
                    <a:pt x="19325" y="7117"/>
                    <a:pt x="18310" y="4699"/>
                    <a:pt x="16468" y="2857"/>
                  </a:cubicBezTo>
                  <a:cubicBezTo>
                    <a:pt x="14626" y="1015"/>
                    <a:pt x="12208" y="1"/>
                    <a:pt x="96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1" name="Google Shape;5106;p45"/>
            <p:cNvSpPr/>
            <p:nvPr/>
          </p:nvSpPr>
          <p:spPr>
            <a:xfrm>
              <a:off x="1602600" y="5143950"/>
              <a:ext cx="250350" cy="182725"/>
            </a:xfrm>
            <a:custGeom>
              <a:avLst/>
              <a:gdLst/>
              <a:ahLst/>
              <a:cxnLst/>
              <a:rect l="l" t="t" r="r" b="b"/>
              <a:pathLst>
                <a:path w="10014" h="7309" extrusionOk="0">
                  <a:moveTo>
                    <a:pt x="8149" y="1134"/>
                  </a:moveTo>
                  <a:cubicBezTo>
                    <a:pt x="8294" y="1134"/>
                    <a:pt x="8439" y="1189"/>
                    <a:pt x="8549" y="1300"/>
                  </a:cubicBezTo>
                  <a:cubicBezTo>
                    <a:pt x="8769" y="1520"/>
                    <a:pt x="8769" y="1879"/>
                    <a:pt x="8549" y="2100"/>
                  </a:cubicBezTo>
                  <a:lnTo>
                    <a:pt x="4639" y="6007"/>
                  </a:lnTo>
                  <a:cubicBezTo>
                    <a:pt x="4527" y="6120"/>
                    <a:pt x="4377" y="6177"/>
                    <a:pt x="4227" y="6177"/>
                  </a:cubicBezTo>
                  <a:cubicBezTo>
                    <a:pt x="4081" y="6177"/>
                    <a:pt x="3937" y="6123"/>
                    <a:pt x="3830" y="6016"/>
                  </a:cubicBezTo>
                  <a:lnTo>
                    <a:pt x="1547" y="3748"/>
                  </a:lnTo>
                  <a:cubicBezTo>
                    <a:pt x="1296" y="3534"/>
                    <a:pt x="1281" y="3151"/>
                    <a:pt x="1514" y="2918"/>
                  </a:cubicBezTo>
                  <a:cubicBezTo>
                    <a:pt x="1626" y="2806"/>
                    <a:pt x="1771" y="2750"/>
                    <a:pt x="1916" y="2750"/>
                  </a:cubicBezTo>
                  <a:cubicBezTo>
                    <a:pt x="2074" y="2750"/>
                    <a:pt x="2232" y="2817"/>
                    <a:pt x="2344" y="2948"/>
                  </a:cubicBezTo>
                  <a:lnTo>
                    <a:pt x="3784" y="4388"/>
                  </a:lnTo>
                  <a:cubicBezTo>
                    <a:pt x="3793" y="4401"/>
                    <a:pt x="3805" y="4410"/>
                    <a:pt x="3817" y="4419"/>
                  </a:cubicBezTo>
                  <a:cubicBezTo>
                    <a:pt x="3817" y="4422"/>
                    <a:pt x="3820" y="4422"/>
                    <a:pt x="3823" y="4425"/>
                  </a:cubicBezTo>
                  <a:cubicBezTo>
                    <a:pt x="3934" y="4535"/>
                    <a:pt x="4078" y="4590"/>
                    <a:pt x="4222" y="4590"/>
                  </a:cubicBezTo>
                  <a:cubicBezTo>
                    <a:pt x="4367" y="4590"/>
                    <a:pt x="4512" y="4535"/>
                    <a:pt x="4624" y="4425"/>
                  </a:cubicBezTo>
                  <a:lnTo>
                    <a:pt x="7749" y="1300"/>
                  </a:lnTo>
                  <a:cubicBezTo>
                    <a:pt x="7859" y="1189"/>
                    <a:pt x="8004" y="1134"/>
                    <a:pt x="8149" y="1134"/>
                  </a:cubicBezTo>
                  <a:close/>
                  <a:moveTo>
                    <a:pt x="8146" y="1"/>
                  </a:moveTo>
                  <a:cubicBezTo>
                    <a:pt x="7712" y="1"/>
                    <a:pt x="7279" y="166"/>
                    <a:pt x="6949" y="496"/>
                  </a:cubicBezTo>
                  <a:lnTo>
                    <a:pt x="6946" y="496"/>
                  </a:lnTo>
                  <a:lnTo>
                    <a:pt x="4219" y="3223"/>
                  </a:lnTo>
                  <a:lnTo>
                    <a:pt x="3144" y="2148"/>
                  </a:lnTo>
                  <a:cubicBezTo>
                    <a:pt x="2808" y="1779"/>
                    <a:pt x="2348" y="1594"/>
                    <a:pt x="1887" y="1594"/>
                  </a:cubicBezTo>
                  <a:cubicBezTo>
                    <a:pt x="1453" y="1594"/>
                    <a:pt x="1019" y="1758"/>
                    <a:pt x="686" y="2091"/>
                  </a:cubicBezTo>
                  <a:cubicBezTo>
                    <a:pt x="1" y="2776"/>
                    <a:pt x="28" y="3896"/>
                    <a:pt x="747" y="4549"/>
                  </a:cubicBezTo>
                  <a:lnTo>
                    <a:pt x="3029" y="6819"/>
                  </a:lnTo>
                  <a:cubicBezTo>
                    <a:pt x="3344" y="7131"/>
                    <a:pt x="3768" y="7308"/>
                    <a:pt x="4214" y="7308"/>
                  </a:cubicBezTo>
                  <a:cubicBezTo>
                    <a:pt x="4218" y="7308"/>
                    <a:pt x="4221" y="7308"/>
                    <a:pt x="4225" y="7308"/>
                  </a:cubicBezTo>
                  <a:cubicBezTo>
                    <a:pt x="4678" y="7308"/>
                    <a:pt x="5116" y="7127"/>
                    <a:pt x="5439" y="6807"/>
                  </a:cubicBezTo>
                  <a:lnTo>
                    <a:pt x="9349" y="2900"/>
                  </a:lnTo>
                  <a:cubicBezTo>
                    <a:pt x="10013" y="2236"/>
                    <a:pt x="10013" y="1161"/>
                    <a:pt x="9349" y="499"/>
                  </a:cubicBezTo>
                  <a:cubicBezTo>
                    <a:pt x="9017" y="167"/>
                    <a:pt x="8581" y="1"/>
                    <a:pt x="814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Tree>
    <p:extLst>
      <p:ext uri="{BB962C8B-B14F-4D97-AF65-F5344CB8AC3E}">
        <p14:creationId xmlns:p14="http://schemas.microsoft.com/office/powerpoint/2010/main" val="31503078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24"/>
          <p:cNvSpPr txBox="1">
            <a:spLocks noGrp="1"/>
          </p:cNvSpPr>
          <p:nvPr>
            <p:ph type="ctrTitle"/>
          </p:nvPr>
        </p:nvSpPr>
        <p:spPr>
          <a:xfrm>
            <a:off x="3843230" y="802476"/>
            <a:ext cx="5238893" cy="606600"/>
          </a:xfrm>
          <a:prstGeom prst="rect">
            <a:avLst/>
          </a:prstGeom>
        </p:spPr>
        <p:txBody>
          <a:bodyPr spcFirstLastPara="1" wrap="square" lIns="91425" tIns="91425" rIns="91425" bIns="91425" anchor="b" anchorCtr="0">
            <a:noAutofit/>
          </a:bodyPr>
          <a:lstStyle/>
          <a:p>
            <a:r>
              <a:rPr lang="en-US" i="1" dirty="0"/>
              <a:t>What </a:t>
            </a:r>
            <a:r>
              <a:rPr lang="en-US" dirty="0"/>
              <a:t>do you need</a:t>
            </a:r>
            <a:r>
              <a:rPr lang="en-US" i="1" dirty="0"/>
              <a:t> to be a web developer?</a:t>
            </a:r>
            <a:endParaRPr lang="en-US" dirty="0"/>
          </a:p>
        </p:txBody>
      </p:sp>
      <p:sp>
        <p:nvSpPr>
          <p:cNvPr id="293" name="Google Shape;293;p24"/>
          <p:cNvSpPr txBox="1">
            <a:spLocks noGrp="1"/>
          </p:cNvSpPr>
          <p:nvPr>
            <p:ph type="subTitle" idx="1"/>
          </p:nvPr>
        </p:nvSpPr>
        <p:spPr>
          <a:xfrm>
            <a:off x="3858817" y="1598220"/>
            <a:ext cx="5130714" cy="3193786"/>
          </a:xfrm>
          <a:prstGeom prst="rect">
            <a:avLst/>
          </a:prstGeom>
        </p:spPr>
        <p:txBody>
          <a:bodyPr spcFirstLastPara="1" wrap="square" lIns="91425" tIns="91425" rIns="91425" bIns="91425" anchor="t" anchorCtr="0">
            <a:noAutofit/>
          </a:bodyPr>
          <a:lstStyle/>
          <a:p>
            <a:pPr marL="0" lvl="0" indent="0"/>
            <a:r>
              <a:rPr lang="en-US" dirty="0"/>
              <a:t>Anyone can become a </a:t>
            </a:r>
            <a:r>
              <a:rPr lang="en-US" b="1" dirty="0">
                <a:solidFill>
                  <a:schemeClr val="accent1"/>
                </a:solidFill>
              </a:rPr>
              <a:t>web developer</a:t>
            </a:r>
            <a:r>
              <a:rPr lang="en-US" dirty="0"/>
              <a:t>. You don’t need to be a tech wizard or possess a never-ending list of formal qualifications; as long as you’re passionate about the field and willing to learn, a career in web development is well within your reach</a:t>
            </a:r>
            <a:r>
              <a:rPr lang="en-US" dirty="0" smtClean="0"/>
              <a:t>.</a:t>
            </a:r>
          </a:p>
          <a:p>
            <a:r>
              <a:rPr lang="en-US" dirty="0"/>
              <a:t>Before you can call yourself a web developer and start applying for jobs, </a:t>
            </a:r>
            <a:r>
              <a:rPr lang="en-US" dirty="0">
                <a:solidFill>
                  <a:schemeClr val="accent1"/>
                </a:solidFill>
              </a:rPr>
              <a:t>you’ll </a:t>
            </a:r>
            <a:endParaRPr lang="en-US" dirty="0" smtClean="0">
              <a:solidFill>
                <a:schemeClr val="accent1"/>
              </a:solidFill>
            </a:endParaRPr>
          </a:p>
          <a:p>
            <a:r>
              <a:rPr lang="en-US" dirty="0" smtClean="0">
                <a:solidFill>
                  <a:schemeClr val="accent1"/>
                </a:solidFill>
              </a:rPr>
              <a:t>need </a:t>
            </a:r>
            <a:r>
              <a:rPr lang="en-US" dirty="0">
                <a:solidFill>
                  <a:schemeClr val="accent1"/>
                </a:solidFill>
              </a:rPr>
              <a:t>to master</a:t>
            </a:r>
            <a:r>
              <a:rPr lang="en-US" dirty="0"/>
              <a:t> the following skills</a:t>
            </a:r>
            <a:r>
              <a:rPr lang="en-US" dirty="0" smtClean="0"/>
              <a:t>:</a:t>
            </a:r>
          </a:p>
          <a:p>
            <a:endParaRPr lang="en-US" dirty="0"/>
          </a:p>
          <a:p>
            <a:pPr marL="285750" indent="-171450">
              <a:buFont typeface="Arial" panose="020B0604020202020204" pitchFamily="34" charset="0"/>
              <a:buChar char="•"/>
            </a:pPr>
            <a:r>
              <a:rPr lang="en-US" b="1" dirty="0"/>
              <a:t>Languages: HTML, CSS and </a:t>
            </a:r>
            <a:r>
              <a:rPr lang="en-US" b="1" dirty="0" smtClean="0"/>
              <a:t>JavaScript</a:t>
            </a:r>
            <a:endParaRPr lang="en-US" dirty="0"/>
          </a:p>
          <a:p>
            <a:pPr marL="285750" indent="-171450">
              <a:buFont typeface="Arial" panose="020B0604020202020204" pitchFamily="34" charset="0"/>
              <a:buChar char="•"/>
            </a:pPr>
            <a:r>
              <a:rPr lang="en-US" b="1" dirty="0" smtClean="0"/>
              <a:t>Libraries </a:t>
            </a:r>
            <a:r>
              <a:rPr lang="en-US" b="1" dirty="0"/>
              <a:t>and Frameworks: Bootstrap and </a:t>
            </a:r>
            <a:r>
              <a:rPr lang="en-US" b="1" dirty="0" smtClean="0"/>
              <a:t>jQuery</a:t>
            </a:r>
            <a:endParaRPr lang="en-US" dirty="0"/>
          </a:p>
          <a:p>
            <a:pPr marL="285750" indent="-171450">
              <a:buFont typeface="Arial" panose="020B0604020202020204" pitchFamily="34" charset="0"/>
              <a:buChar char="•"/>
            </a:pPr>
            <a:r>
              <a:rPr lang="en-US" b="1" dirty="0" err="1" smtClean="0"/>
              <a:t>Git</a:t>
            </a:r>
            <a:r>
              <a:rPr lang="en-US" b="1" dirty="0" smtClean="0"/>
              <a:t> </a:t>
            </a:r>
            <a:r>
              <a:rPr lang="en-US" b="1" dirty="0"/>
              <a:t>and </a:t>
            </a:r>
            <a:r>
              <a:rPr lang="en-US" b="1" dirty="0" smtClean="0"/>
              <a:t>GitHub</a:t>
            </a:r>
            <a:endParaRPr lang="en-US" dirty="0"/>
          </a:p>
          <a:p>
            <a:pPr marL="285750" indent="-171450">
              <a:buFont typeface="Arial" panose="020B0604020202020204" pitchFamily="34" charset="0"/>
              <a:buChar char="•"/>
            </a:pPr>
            <a:r>
              <a:rPr lang="en-US" b="1" dirty="0" smtClean="0"/>
              <a:t>Optional</a:t>
            </a:r>
            <a:r>
              <a:rPr lang="en-US" b="1" dirty="0"/>
              <a:t>: Design Software Sketch and </a:t>
            </a:r>
            <a:r>
              <a:rPr lang="en-US" b="1" dirty="0" smtClean="0"/>
              <a:t>Photoshop</a:t>
            </a:r>
            <a:endParaRPr lang="en-US" dirty="0"/>
          </a:p>
          <a:p>
            <a:pPr marL="114300" indent="0"/>
            <a:endParaRPr lang="en-US" dirty="0"/>
          </a:p>
          <a:p>
            <a:pPr marL="114300" indent="0"/>
            <a:r>
              <a:rPr lang="en-US" dirty="0" smtClean="0"/>
              <a:t>Of </a:t>
            </a:r>
            <a:r>
              <a:rPr lang="en-US" dirty="0"/>
              <a:t>course, this is just the tip of the iceberg</a:t>
            </a:r>
            <a:r>
              <a:rPr lang="en-US" i="1" dirty="0"/>
              <a:t>—</a:t>
            </a:r>
            <a:r>
              <a:rPr lang="en-US" dirty="0"/>
              <a:t>there are loads more languages, tools and platforms that web developers use in their day-to-day work. However, it’s important to start with the basics and walk before you can run!</a:t>
            </a:r>
          </a:p>
          <a:p>
            <a:pPr marL="0" lvl="0" indent="0"/>
            <a:endParaRPr dirty="0">
              <a:solidFill>
                <a:srgbClr val="FFFFFF"/>
              </a:solidFill>
            </a:endParaRPr>
          </a:p>
        </p:txBody>
      </p:sp>
      <p:cxnSp>
        <p:nvCxnSpPr>
          <p:cNvPr id="294" name="Google Shape;294;p24"/>
          <p:cNvCxnSpPr/>
          <p:nvPr/>
        </p:nvCxnSpPr>
        <p:spPr>
          <a:xfrm>
            <a:off x="3732602" y="1340276"/>
            <a:ext cx="6601148" cy="0"/>
          </a:xfrm>
          <a:prstGeom prst="straightConnector1">
            <a:avLst/>
          </a:prstGeom>
          <a:noFill/>
          <a:ln w="9525" cap="flat" cmpd="sng">
            <a:solidFill>
              <a:schemeClr val="accent1"/>
            </a:solidFill>
            <a:prstDash val="solid"/>
            <a:round/>
            <a:headEnd type="none" w="med" len="med"/>
            <a:tailEnd type="none" w="med" len="med"/>
          </a:ln>
        </p:spPr>
      </p:cxnSp>
      <p:sp>
        <p:nvSpPr>
          <p:cNvPr id="295" name="Google Shape;295;p24"/>
          <p:cNvSpPr/>
          <p:nvPr/>
        </p:nvSpPr>
        <p:spPr>
          <a:xfrm>
            <a:off x="1410460" y="1830067"/>
            <a:ext cx="1094271" cy="2041506"/>
          </a:xfrm>
          <a:custGeom>
            <a:avLst/>
            <a:gdLst/>
            <a:ahLst/>
            <a:cxnLst/>
            <a:rect l="l" t="t" r="r" b="b"/>
            <a:pathLst>
              <a:path w="78009" h="145536" fill="none" extrusionOk="0">
                <a:moveTo>
                  <a:pt x="9069" y="1"/>
                </a:moveTo>
                <a:lnTo>
                  <a:pt x="68940" y="1"/>
                </a:lnTo>
                <a:cubicBezTo>
                  <a:pt x="73962" y="1"/>
                  <a:pt x="78008" y="4096"/>
                  <a:pt x="78008" y="9118"/>
                </a:cubicBezTo>
                <a:lnTo>
                  <a:pt x="78008" y="136418"/>
                </a:lnTo>
                <a:cubicBezTo>
                  <a:pt x="78008" y="141440"/>
                  <a:pt x="73962" y="145535"/>
                  <a:pt x="68940" y="145535"/>
                </a:cubicBezTo>
                <a:lnTo>
                  <a:pt x="9069" y="145535"/>
                </a:lnTo>
                <a:cubicBezTo>
                  <a:pt x="4047" y="145535"/>
                  <a:pt x="0" y="141440"/>
                  <a:pt x="0" y="136418"/>
                </a:cubicBezTo>
                <a:lnTo>
                  <a:pt x="0" y="9118"/>
                </a:lnTo>
                <a:cubicBezTo>
                  <a:pt x="0" y="4096"/>
                  <a:pt x="4047" y="1"/>
                  <a:pt x="9069" y="1"/>
                </a:cubicBezTo>
                <a:close/>
              </a:path>
            </a:pathLst>
          </a:custGeom>
          <a:noFill/>
          <a:ln w="30475" cap="flat" cmpd="sng">
            <a:solidFill>
              <a:schemeClr val="accent1"/>
            </a:solidFill>
            <a:prstDash val="solid"/>
            <a:miter lim="487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4"/>
          <p:cNvSpPr/>
          <p:nvPr/>
        </p:nvSpPr>
        <p:spPr>
          <a:xfrm>
            <a:off x="1513743" y="1992173"/>
            <a:ext cx="887043" cy="1628410"/>
          </a:xfrm>
          <a:custGeom>
            <a:avLst/>
            <a:gdLst/>
            <a:ahLst/>
            <a:cxnLst/>
            <a:rect l="l" t="t" r="r" b="b"/>
            <a:pathLst>
              <a:path w="63236" h="116087" extrusionOk="0">
                <a:moveTo>
                  <a:pt x="2682" y="1"/>
                </a:moveTo>
                <a:cubicBezTo>
                  <a:pt x="1219" y="1"/>
                  <a:pt x="0" y="1171"/>
                  <a:pt x="0" y="2682"/>
                </a:cubicBezTo>
                <a:lnTo>
                  <a:pt x="0" y="113405"/>
                </a:lnTo>
                <a:cubicBezTo>
                  <a:pt x="0" y="114917"/>
                  <a:pt x="1219" y="116087"/>
                  <a:pt x="2682" y="116087"/>
                </a:cubicBezTo>
                <a:lnTo>
                  <a:pt x="60554" y="116087"/>
                </a:lnTo>
                <a:cubicBezTo>
                  <a:pt x="62066" y="116087"/>
                  <a:pt x="63236" y="114917"/>
                  <a:pt x="63236" y="113405"/>
                </a:cubicBezTo>
                <a:lnTo>
                  <a:pt x="63236" y="2682"/>
                </a:lnTo>
                <a:cubicBezTo>
                  <a:pt x="63236" y="1171"/>
                  <a:pt x="62066" y="1"/>
                  <a:pt x="60554" y="1"/>
                </a:cubicBezTo>
                <a:close/>
              </a:path>
            </a:pathLst>
          </a:custGeom>
          <a:gradFill>
            <a:gsLst>
              <a:gs pos="0">
                <a:srgbClr val="052643">
                  <a:alpha val="53460"/>
                </a:srgbClr>
              </a:gs>
              <a:gs pos="100000">
                <a:srgbClr val="041523">
                  <a:alpha val="53460"/>
                </a:srgbClr>
              </a:gs>
            </a:gsLst>
            <a:path path="circle">
              <a:fillToRect l="50000" t="50000" r="50000" b="50000"/>
            </a:path>
            <a:tileRect/>
          </a:gradFill>
          <a:ln w="30475" cap="flat" cmpd="sng">
            <a:solidFill>
              <a:schemeClr val="accent1"/>
            </a:solidFill>
            <a:prstDash val="solid"/>
            <a:miter lim="487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4"/>
          <p:cNvSpPr/>
          <p:nvPr/>
        </p:nvSpPr>
        <p:spPr>
          <a:xfrm>
            <a:off x="1852996" y="3661112"/>
            <a:ext cx="182624" cy="156421"/>
          </a:xfrm>
          <a:custGeom>
            <a:avLst/>
            <a:gdLst/>
            <a:ahLst/>
            <a:cxnLst/>
            <a:rect l="l" t="t" r="r" b="b"/>
            <a:pathLst>
              <a:path w="13019" h="11151" extrusionOk="0">
                <a:moveTo>
                  <a:pt x="7460" y="1"/>
                </a:moveTo>
                <a:cubicBezTo>
                  <a:pt x="2487" y="1"/>
                  <a:pt x="1" y="5997"/>
                  <a:pt x="3511" y="9508"/>
                </a:cubicBezTo>
                <a:cubicBezTo>
                  <a:pt x="4646" y="10643"/>
                  <a:pt x="6041" y="11151"/>
                  <a:pt x="7409" y="11151"/>
                </a:cubicBezTo>
                <a:cubicBezTo>
                  <a:pt x="10272" y="11151"/>
                  <a:pt x="13018" y="8924"/>
                  <a:pt x="13018" y="5559"/>
                </a:cubicBezTo>
                <a:cubicBezTo>
                  <a:pt x="13018" y="2487"/>
                  <a:pt x="10532" y="1"/>
                  <a:pt x="7460" y="1"/>
                </a:cubicBezTo>
                <a:close/>
              </a:path>
            </a:pathLst>
          </a:custGeom>
          <a:gradFill>
            <a:gsLst>
              <a:gs pos="0">
                <a:srgbClr val="052643"/>
              </a:gs>
              <a:gs pos="100000">
                <a:srgbClr val="041523"/>
              </a:gs>
            </a:gsLst>
            <a:path path="circle">
              <a:fillToRect l="50000" t="50000" r="50000" b="50000"/>
            </a:path>
            <a:tileRect/>
          </a:gradFill>
          <a:ln w="30475" cap="flat" cmpd="sng">
            <a:solidFill>
              <a:schemeClr val="accent1"/>
            </a:solidFill>
            <a:prstDash val="solid"/>
            <a:miter lim="487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4"/>
          <p:cNvSpPr/>
          <p:nvPr/>
        </p:nvSpPr>
        <p:spPr>
          <a:xfrm>
            <a:off x="1848899" y="1893688"/>
            <a:ext cx="217496" cy="35574"/>
          </a:xfrm>
          <a:custGeom>
            <a:avLst/>
            <a:gdLst/>
            <a:ahLst/>
            <a:cxnLst/>
            <a:rect l="l" t="t" r="r" b="b"/>
            <a:pathLst>
              <a:path w="15505" h="2536" extrusionOk="0">
                <a:moveTo>
                  <a:pt x="1317" y="0"/>
                </a:moveTo>
                <a:cubicBezTo>
                  <a:pt x="585" y="0"/>
                  <a:pt x="0" y="536"/>
                  <a:pt x="0" y="1268"/>
                </a:cubicBezTo>
                <a:cubicBezTo>
                  <a:pt x="0" y="1950"/>
                  <a:pt x="585" y="2535"/>
                  <a:pt x="1317" y="2535"/>
                </a:cubicBezTo>
                <a:lnTo>
                  <a:pt x="14188" y="2535"/>
                </a:lnTo>
                <a:cubicBezTo>
                  <a:pt x="14919" y="2535"/>
                  <a:pt x="15456" y="1950"/>
                  <a:pt x="15504" y="1268"/>
                </a:cubicBezTo>
                <a:cubicBezTo>
                  <a:pt x="15456" y="536"/>
                  <a:pt x="14919" y="0"/>
                  <a:pt x="14188" y="0"/>
                </a:cubicBezTo>
                <a:close/>
              </a:path>
            </a:pathLst>
          </a:custGeom>
          <a:solidFill>
            <a:srgbClr val="161234"/>
          </a:solidFill>
          <a:ln w="30475" cap="flat" cmpd="sng">
            <a:solidFill>
              <a:schemeClr val="accent1"/>
            </a:solidFill>
            <a:prstDash val="solid"/>
            <a:miter lim="487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4"/>
          <p:cNvSpPr/>
          <p:nvPr/>
        </p:nvSpPr>
        <p:spPr>
          <a:xfrm>
            <a:off x="1708678" y="3281499"/>
            <a:ext cx="119697" cy="102639"/>
          </a:xfrm>
          <a:custGeom>
            <a:avLst/>
            <a:gdLst/>
            <a:ahLst/>
            <a:cxnLst/>
            <a:rect l="l" t="t" r="r" b="b"/>
            <a:pathLst>
              <a:path w="8533" h="7317" extrusionOk="0">
                <a:moveTo>
                  <a:pt x="4876" y="0"/>
                </a:moveTo>
                <a:cubicBezTo>
                  <a:pt x="1658" y="0"/>
                  <a:pt x="1" y="3950"/>
                  <a:pt x="2292" y="6241"/>
                </a:cubicBezTo>
                <a:cubicBezTo>
                  <a:pt x="3050" y="6983"/>
                  <a:pt x="3972" y="7316"/>
                  <a:pt x="4872" y="7316"/>
                </a:cubicBezTo>
                <a:cubicBezTo>
                  <a:pt x="6750" y="7316"/>
                  <a:pt x="8533" y="5866"/>
                  <a:pt x="8533" y="3657"/>
                </a:cubicBezTo>
                <a:cubicBezTo>
                  <a:pt x="8533" y="1609"/>
                  <a:pt x="6924" y="0"/>
                  <a:pt x="4876" y="0"/>
                </a:cubicBezTo>
                <a:close/>
              </a:path>
            </a:pathLst>
          </a:custGeom>
          <a:solidFill>
            <a:srgbClr val="FFFFFF"/>
          </a:solidFill>
          <a:ln w="30475" cap="flat" cmpd="sng">
            <a:solidFill>
              <a:schemeClr val="accent1"/>
            </a:solidFill>
            <a:prstDash val="solid"/>
            <a:miter lim="487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4"/>
          <p:cNvSpPr/>
          <p:nvPr/>
        </p:nvSpPr>
        <p:spPr>
          <a:xfrm>
            <a:off x="1783229" y="3384094"/>
            <a:ext cx="14" cy="30103"/>
          </a:xfrm>
          <a:custGeom>
            <a:avLst/>
            <a:gdLst/>
            <a:ahLst/>
            <a:cxnLst/>
            <a:rect l="l" t="t" r="r" b="b"/>
            <a:pathLst>
              <a:path w="1" h="2146" fill="none" extrusionOk="0">
                <a:moveTo>
                  <a:pt x="1" y="1"/>
                </a:moveTo>
                <a:lnTo>
                  <a:pt x="1" y="2146"/>
                </a:lnTo>
              </a:path>
            </a:pathLst>
          </a:custGeom>
          <a:solidFill>
            <a:srgbClr val="48FFD5"/>
          </a:solid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4"/>
          <p:cNvSpPr/>
          <p:nvPr/>
        </p:nvSpPr>
        <p:spPr>
          <a:xfrm>
            <a:off x="1783916" y="3444293"/>
            <a:ext cx="29430" cy="30103"/>
          </a:xfrm>
          <a:custGeom>
            <a:avLst/>
            <a:gdLst/>
            <a:ahLst/>
            <a:cxnLst/>
            <a:rect l="l" t="t" r="r" b="b"/>
            <a:pathLst>
              <a:path w="2098" h="2146" fill="none" extrusionOk="0">
                <a:moveTo>
                  <a:pt x="1" y="0"/>
                </a:moveTo>
                <a:lnTo>
                  <a:pt x="1" y="2145"/>
                </a:lnTo>
                <a:lnTo>
                  <a:pt x="2097" y="2145"/>
                </a:lnTo>
              </a:path>
            </a:pathLst>
          </a:custGeom>
          <a:solidFill>
            <a:srgbClr val="48FFD5"/>
          </a:solid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4"/>
          <p:cNvSpPr/>
          <p:nvPr/>
        </p:nvSpPr>
        <p:spPr>
          <a:xfrm>
            <a:off x="1868049" y="3474385"/>
            <a:ext cx="409673" cy="14"/>
          </a:xfrm>
          <a:custGeom>
            <a:avLst/>
            <a:gdLst/>
            <a:ahLst/>
            <a:cxnLst/>
            <a:rect l="l" t="t" r="r" b="b"/>
            <a:pathLst>
              <a:path w="29205" h="1" fill="none" extrusionOk="0">
                <a:moveTo>
                  <a:pt x="0" y="0"/>
                </a:moveTo>
                <a:lnTo>
                  <a:pt x="29205" y="0"/>
                </a:lnTo>
              </a:path>
            </a:pathLst>
          </a:custGeom>
          <a:solidFill>
            <a:srgbClr val="48FFD5"/>
          </a:solid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4"/>
          <p:cNvSpPr/>
          <p:nvPr/>
        </p:nvSpPr>
        <p:spPr>
          <a:xfrm>
            <a:off x="2305127" y="3444293"/>
            <a:ext cx="30103" cy="30103"/>
          </a:xfrm>
          <a:custGeom>
            <a:avLst/>
            <a:gdLst/>
            <a:ahLst/>
            <a:cxnLst/>
            <a:rect l="l" t="t" r="r" b="b"/>
            <a:pathLst>
              <a:path w="2146" h="2146" fill="none" extrusionOk="0">
                <a:moveTo>
                  <a:pt x="0" y="2145"/>
                </a:moveTo>
                <a:lnTo>
                  <a:pt x="2145" y="2145"/>
                </a:lnTo>
                <a:lnTo>
                  <a:pt x="2145" y="0"/>
                </a:lnTo>
              </a:path>
            </a:pathLst>
          </a:custGeom>
          <a:solidFill>
            <a:srgbClr val="48FFD5"/>
          </a:solid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4"/>
          <p:cNvSpPr/>
          <p:nvPr/>
        </p:nvSpPr>
        <p:spPr>
          <a:xfrm>
            <a:off x="2335220" y="3081768"/>
            <a:ext cx="14" cy="307090"/>
          </a:xfrm>
          <a:custGeom>
            <a:avLst/>
            <a:gdLst/>
            <a:ahLst/>
            <a:cxnLst/>
            <a:rect l="l" t="t" r="r" b="b"/>
            <a:pathLst>
              <a:path w="1" h="21892" fill="none" extrusionOk="0">
                <a:moveTo>
                  <a:pt x="0" y="21892"/>
                </a:moveTo>
                <a:lnTo>
                  <a:pt x="0" y="1"/>
                </a:lnTo>
              </a:path>
            </a:pathLst>
          </a:custGeom>
          <a:solidFill>
            <a:srgbClr val="48FFD5"/>
          </a:solid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4"/>
          <p:cNvSpPr/>
          <p:nvPr/>
        </p:nvSpPr>
        <p:spPr>
          <a:xfrm>
            <a:off x="2335220" y="3024319"/>
            <a:ext cx="30103" cy="29416"/>
          </a:xfrm>
          <a:custGeom>
            <a:avLst/>
            <a:gdLst/>
            <a:ahLst/>
            <a:cxnLst/>
            <a:rect l="l" t="t" r="r" b="b"/>
            <a:pathLst>
              <a:path w="2146" h="2097" fill="none" extrusionOk="0">
                <a:moveTo>
                  <a:pt x="0" y="2097"/>
                </a:moveTo>
                <a:lnTo>
                  <a:pt x="0" y="0"/>
                </a:lnTo>
                <a:lnTo>
                  <a:pt x="2145" y="0"/>
                </a:lnTo>
              </a:path>
            </a:pathLst>
          </a:custGeom>
          <a:solidFill>
            <a:srgbClr val="48FFD5"/>
          </a:solid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4"/>
          <p:cNvSpPr/>
          <p:nvPr/>
        </p:nvSpPr>
        <p:spPr>
          <a:xfrm>
            <a:off x="2427559" y="3024319"/>
            <a:ext cx="341962" cy="14"/>
          </a:xfrm>
          <a:custGeom>
            <a:avLst/>
            <a:gdLst/>
            <a:ahLst/>
            <a:cxnLst/>
            <a:rect l="l" t="t" r="r" b="b"/>
            <a:pathLst>
              <a:path w="24378" h="1" fill="none" extrusionOk="0">
                <a:moveTo>
                  <a:pt x="0" y="0"/>
                </a:moveTo>
                <a:lnTo>
                  <a:pt x="24378" y="0"/>
                </a:lnTo>
              </a:path>
            </a:pathLst>
          </a:custGeom>
          <a:solidFill>
            <a:srgbClr val="48FFD5"/>
          </a:solid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4"/>
          <p:cNvSpPr/>
          <p:nvPr/>
        </p:nvSpPr>
        <p:spPr>
          <a:xfrm>
            <a:off x="2801015" y="3024319"/>
            <a:ext cx="29416" cy="29416"/>
          </a:xfrm>
          <a:custGeom>
            <a:avLst/>
            <a:gdLst/>
            <a:ahLst/>
            <a:cxnLst/>
            <a:rect l="l" t="t" r="r" b="b"/>
            <a:pathLst>
              <a:path w="2097" h="2097" fill="none" extrusionOk="0">
                <a:moveTo>
                  <a:pt x="0" y="0"/>
                </a:moveTo>
                <a:lnTo>
                  <a:pt x="2097" y="0"/>
                </a:lnTo>
                <a:lnTo>
                  <a:pt x="2097" y="2097"/>
                </a:lnTo>
              </a:path>
            </a:pathLst>
          </a:custGeom>
          <a:solidFill>
            <a:srgbClr val="48FFD5"/>
          </a:solid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4"/>
          <p:cNvSpPr/>
          <p:nvPr/>
        </p:nvSpPr>
        <p:spPr>
          <a:xfrm>
            <a:off x="2830421" y="3107076"/>
            <a:ext cx="14" cy="292053"/>
          </a:xfrm>
          <a:custGeom>
            <a:avLst/>
            <a:gdLst/>
            <a:ahLst/>
            <a:cxnLst/>
            <a:rect l="l" t="t" r="r" b="b"/>
            <a:pathLst>
              <a:path w="1" h="20820" fill="none" extrusionOk="0">
                <a:moveTo>
                  <a:pt x="1" y="1"/>
                </a:moveTo>
                <a:lnTo>
                  <a:pt x="1" y="20819"/>
                </a:lnTo>
              </a:path>
            </a:pathLst>
          </a:custGeom>
          <a:solidFill>
            <a:srgbClr val="48FFD5"/>
          </a:solid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4"/>
          <p:cNvSpPr/>
          <p:nvPr/>
        </p:nvSpPr>
        <p:spPr>
          <a:xfrm>
            <a:off x="2830421" y="3425816"/>
            <a:ext cx="14" cy="30103"/>
          </a:xfrm>
          <a:custGeom>
            <a:avLst/>
            <a:gdLst/>
            <a:ahLst/>
            <a:cxnLst/>
            <a:rect l="l" t="t" r="r" b="b"/>
            <a:pathLst>
              <a:path w="1" h="2146" fill="none" extrusionOk="0">
                <a:moveTo>
                  <a:pt x="1" y="1"/>
                </a:moveTo>
                <a:lnTo>
                  <a:pt x="1" y="2146"/>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4"/>
          <p:cNvSpPr/>
          <p:nvPr/>
        </p:nvSpPr>
        <p:spPr>
          <a:xfrm>
            <a:off x="1130018" y="2077680"/>
            <a:ext cx="29430" cy="14"/>
          </a:xfrm>
          <a:custGeom>
            <a:avLst/>
            <a:gdLst/>
            <a:ahLst/>
            <a:cxnLst/>
            <a:rect l="l" t="t" r="r" b="b"/>
            <a:pathLst>
              <a:path w="2098" h="1" fill="none" extrusionOk="0">
                <a:moveTo>
                  <a:pt x="1" y="0"/>
                </a:moveTo>
                <a:lnTo>
                  <a:pt x="2097" y="0"/>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4"/>
          <p:cNvSpPr/>
          <p:nvPr/>
        </p:nvSpPr>
        <p:spPr>
          <a:xfrm>
            <a:off x="1193626" y="2077680"/>
            <a:ext cx="50625" cy="14"/>
          </a:xfrm>
          <a:custGeom>
            <a:avLst/>
            <a:gdLst/>
            <a:ahLst/>
            <a:cxnLst/>
            <a:rect l="l" t="t" r="r" b="b"/>
            <a:pathLst>
              <a:path w="3609" h="1" fill="none" extrusionOk="0">
                <a:moveTo>
                  <a:pt x="1" y="0"/>
                </a:moveTo>
                <a:lnTo>
                  <a:pt x="3609" y="0"/>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4"/>
          <p:cNvSpPr/>
          <p:nvPr/>
        </p:nvSpPr>
        <p:spPr>
          <a:xfrm>
            <a:off x="1261344" y="2077680"/>
            <a:ext cx="30103" cy="29416"/>
          </a:xfrm>
          <a:custGeom>
            <a:avLst/>
            <a:gdLst/>
            <a:ahLst/>
            <a:cxnLst/>
            <a:rect l="l" t="t" r="r" b="b"/>
            <a:pathLst>
              <a:path w="2146" h="2097" fill="none" extrusionOk="0">
                <a:moveTo>
                  <a:pt x="1" y="0"/>
                </a:moveTo>
                <a:lnTo>
                  <a:pt x="2146" y="0"/>
                </a:lnTo>
                <a:lnTo>
                  <a:pt x="2146" y="2097"/>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4"/>
          <p:cNvSpPr/>
          <p:nvPr/>
        </p:nvSpPr>
        <p:spPr>
          <a:xfrm>
            <a:off x="1290764" y="2169332"/>
            <a:ext cx="14" cy="464394"/>
          </a:xfrm>
          <a:custGeom>
            <a:avLst/>
            <a:gdLst/>
            <a:ahLst/>
            <a:cxnLst/>
            <a:rect l="l" t="t" r="r" b="b"/>
            <a:pathLst>
              <a:path w="1" h="33106" fill="none" extrusionOk="0">
                <a:moveTo>
                  <a:pt x="0" y="0"/>
                </a:moveTo>
                <a:lnTo>
                  <a:pt x="0" y="33105"/>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4"/>
          <p:cNvSpPr/>
          <p:nvPr/>
        </p:nvSpPr>
        <p:spPr>
          <a:xfrm>
            <a:off x="1291437" y="2665217"/>
            <a:ext cx="29430" cy="30117"/>
          </a:xfrm>
          <a:custGeom>
            <a:avLst/>
            <a:gdLst/>
            <a:ahLst/>
            <a:cxnLst/>
            <a:rect l="l" t="t" r="r" b="b"/>
            <a:pathLst>
              <a:path w="2098" h="2147" fill="none" extrusionOk="0">
                <a:moveTo>
                  <a:pt x="1" y="1"/>
                </a:moveTo>
                <a:lnTo>
                  <a:pt x="1" y="2146"/>
                </a:lnTo>
                <a:lnTo>
                  <a:pt x="2097" y="2146"/>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4"/>
          <p:cNvSpPr/>
          <p:nvPr/>
        </p:nvSpPr>
        <p:spPr>
          <a:xfrm>
            <a:off x="1380368" y="2695323"/>
            <a:ext cx="681189" cy="14"/>
          </a:xfrm>
          <a:custGeom>
            <a:avLst/>
            <a:gdLst/>
            <a:ahLst/>
            <a:cxnLst/>
            <a:rect l="l" t="t" r="r" b="b"/>
            <a:pathLst>
              <a:path w="48561" h="1" fill="none" extrusionOk="0">
                <a:moveTo>
                  <a:pt x="0" y="0"/>
                </a:moveTo>
                <a:lnTo>
                  <a:pt x="48560" y="0"/>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4"/>
          <p:cNvSpPr/>
          <p:nvPr/>
        </p:nvSpPr>
        <p:spPr>
          <a:xfrm>
            <a:off x="2091028" y="2695323"/>
            <a:ext cx="30103" cy="14"/>
          </a:xfrm>
          <a:custGeom>
            <a:avLst/>
            <a:gdLst/>
            <a:ahLst/>
            <a:cxnLst/>
            <a:rect l="l" t="t" r="r" b="b"/>
            <a:pathLst>
              <a:path w="2146" h="1" fill="none" extrusionOk="0">
                <a:moveTo>
                  <a:pt x="1" y="0"/>
                </a:moveTo>
                <a:lnTo>
                  <a:pt x="2146" y="0"/>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4"/>
          <p:cNvSpPr/>
          <p:nvPr/>
        </p:nvSpPr>
        <p:spPr>
          <a:xfrm>
            <a:off x="2065720" y="2648129"/>
            <a:ext cx="119697" cy="102934"/>
          </a:xfrm>
          <a:custGeom>
            <a:avLst/>
            <a:gdLst/>
            <a:ahLst/>
            <a:cxnLst/>
            <a:rect l="l" t="t" r="r" b="b"/>
            <a:pathLst>
              <a:path w="8533" h="7338" extrusionOk="0">
                <a:moveTo>
                  <a:pt x="4876" y="0"/>
                </a:moveTo>
                <a:cubicBezTo>
                  <a:pt x="1610" y="0"/>
                  <a:pt x="1" y="3949"/>
                  <a:pt x="2292" y="6241"/>
                </a:cubicBezTo>
                <a:cubicBezTo>
                  <a:pt x="3035" y="6999"/>
                  <a:pt x="3951" y="7338"/>
                  <a:pt x="4851" y="7338"/>
                </a:cubicBezTo>
                <a:cubicBezTo>
                  <a:pt x="6729" y="7338"/>
                  <a:pt x="8533" y="5865"/>
                  <a:pt x="8533" y="3657"/>
                </a:cubicBezTo>
                <a:cubicBezTo>
                  <a:pt x="8533" y="1658"/>
                  <a:pt x="6875" y="0"/>
                  <a:pt x="4876" y="0"/>
                </a:cubicBezTo>
                <a:close/>
              </a:path>
            </a:pathLst>
          </a:custGeom>
          <a:solidFill>
            <a:srgbClr val="FFFFFF"/>
          </a:solidFill>
          <a:ln w="30475" cap="flat" cmpd="sng">
            <a:solidFill>
              <a:schemeClr val="accent1"/>
            </a:solidFill>
            <a:prstDash val="solid"/>
            <a:miter lim="487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4"/>
          <p:cNvSpPr/>
          <p:nvPr/>
        </p:nvSpPr>
        <p:spPr>
          <a:xfrm>
            <a:off x="1068458" y="3639226"/>
            <a:ext cx="30103" cy="14"/>
          </a:xfrm>
          <a:custGeom>
            <a:avLst/>
            <a:gdLst/>
            <a:ahLst/>
            <a:cxnLst/>
            <a:rect l="l" t="t" r="r" b="b"/>
            <a:pathLst>
              <a:path w="2146" h="1" fill="none" extrusionOk="0">
                <a:moveTo>
                  <a:pt x="1" y="0"/>
                </a:moveTo>
                <a:lnTo>
                  <a:pt x="2146" y="0"/>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4"/>
          <p:cNvSpPr/>
          <p:nvPr/>
        </p:nvSpPr>
        <p:spPr>
          <a:xfrm>
            <a:off x="1181322" y="3609808"/>
            <a:ext cx="30103" cy="30117"/>
          </a:xfrm>
          <a:custGeom>
            <a:avLst/>
            <a:gdLst/>
            <a:ahLst/>
            <a:cxnLst/>
            <a:rect l="l" t="t" r="r" b="b"/>
            <a:pathLst>
              <a:path w="2146" h="2147" fill="none" extrusionOk="0">
                <a:moveTo>
                  <a:pt x="0" y="2146"/>
                </a:moveTo>
                <a:lnTo>
                  <a:pt x="2146" y="2146"/>
                </a:lnTo>
                <a:lnTo>
                  <a:pt x="2146" y="1"/>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4"/>
          <p:cNvSpPr/>
          <p:nvPr/>
        </p:nvSpPr>
        <p:spPr>
          <a:xfrm>
            <a:off x="1211415" y="3238402"/>
            <a:ext cx="14" cy="313935"/>
          </a:xfrm>
          <a:custGeom>
            <a:avLst/>
            <a:gdLst/>
            <a:ahLst/>
            <a:cxnLst/>
            <a:rect l="l" t="t" r="r" b="b"/>
            <a:pathLst>
              <a:path w="1" h="22380" fill="none" extrusionOk="0">
                <a:moveTo>
                  <a:pt x="1" y="22379"/>
                </a:moveTo>
                <a:lnTo>
                  <a:pt x="1" y="1"/>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4"/>
          <p:cNvSpPr/>
          <p:nvPr/>
        </p:nvSpPr>
        <p:spPr>
          <a:xfrm>
            <a:off x="1211415" y="3179578"/>
            <a:ext cx="30103" cy="30117"/>
          </a:xfrm>
          <a:custGeom>
            <a:avLst/>
            <a:gdLst/>
            <a:ahLst/>
            <a:cxnLst/>
            <a:rect l="l" t="t" r="r" b="b"/>
            <a:pathLst>
              <a:path w="2146" h="2147" fill="none" extrusionOk="0">
                <a:moveTo>
                  <a:pt x="1" y="2146"/>
                </a:moveTo>
                <a:lnTo>
                  <a:pt x="1" y="1"/>
                </a:lnTo>
                <a:lnTo>
                  <a:pt x="2146" y="1"/>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4"/>
          <p:cNvSpPr/>
          <p:nvPr/>
        </p:nvSpPr>
        <p:spPr>
          <a:xfrm>
            <a:off x="1297596" y="3179578"/>
            <a:ext cx="871318" cy="14"/>
          </a:xfrm>
          <a:custGeom>
            <a:avLst/>
            <a:gdLst/>
            <a:ahLst/>
            <a:cxnLst/>
            <a:rect l="l" t="t" r="r" b="b"/>
            <a:pathLst>
              <a:path w="62115" h="1" fill="none" extrusionOk="0">
                <a:moveTo>
                  <a:pt x="1" y="1"/>
                </a:moveTo>
                <a:lnTo>
                  <a:pt x="62115" y="1"/>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4"/>
          <p:cNvSpPr/>
          <p:nvPr/>
        </p:nvSpPr>
        <p:spPr>
          <a:xfrm>
            <a:off x="2197047" y="3179578"/>
            <a:ext cx="30103" cy="30117"/>
          </a:xfrm>
          <a:custGeom>
            <a:avLst/>
            <a:gdLst/>
            <a:ahLst/>
            <a:cxnLst/>
            <a:rect l="l" t="t" r="r" b="b"/>
            <a:pathLst>
              <a:path w="2146" h="2147" fill="none" extrusionOk="0">
                <a:moveTo>
                  <a:pt x="1" y="1"/>
                </a:moveTo>
                <a:lnTo>
                  <a:pt x="2146" y="1"/>
                </a:lnTo>
                <a:lnTo>
                  <a:pt x="2146" y="2146"/>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4"/>
          <p:cNvSpPr/>
          <p:nvPr/>
        </p:nvSpPr>
        <p:spPr>
          <a:xfrm>
            <a:off x="2227139" y="3289706"/>
            <a:ext cx="14" cy="30103"/>
          </a:xfrm>
          <a:custGeom>
            <a:avLst/>
            <a:gdLst/>
            <a:ahLst/>
            <a:cxnLst/>
            <a:rect l="l" t="t" r="r" b="b"/>
            <a:pathLst>
              <a:path w="1" h="2146" fill="none" extrusionOk="0">
                <a:moveTo>
                  <a:pt x="1" y="0"/>
                </a:moveTo>
                <a:lnTo>
                  <a:pt x="1" y="2146"/>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4"/>
          <p:cNvSpPr/>
          <p:nvPr/>
        </p:nvSpPr>
        <p:spPr>
          <a:xfrm>
            <a:off x="2156011" y="3284235"/>
            <a:ext cx="119697" cy="102639"/>
          </a:xfrm>
          <a:custGeom>
            <a:avLst/>
            <a:gdLst/>
            <a:ahLst/>
            <a:cxnLst/>
            <a:rect l="l" t="t" r="r" b="b"/>
            <a:pathLst>
              <a:path w="8533" h="7317" extrusionOk="0">
                <a:moveTo>
                  <a:pt x="4876" y="0"/>
                </a:moveTo>
                <a:cubicBezTo>
                  <a:pt x="1658" y="0"/>
                  <a:pt x="0" y="3950"/>
                  <a:pt x="2292" y="6241"/>
                </a:cubicBezTo>
                <a:cubicBezTo>
                  <a:pt x="3050" y="6983"/>
                  <a:pt x="3972" y="7316"/>
                  <a:pt x="4872" y="7316"/>
                </a:cubicBezTo>
                <a:cubicBezTo>
                  <a:pt x="6750" y="7316"/>
                  <a:pt x="8533" y="5866"/>
                  <a:pt x="8533" y="3657"/>
                </a:cubicBezTo>
                <a:cubicBezTo>
                  <a:pt x="8533" y="1609"/>
                  <a:pt x="6924" y="0"/>
                  <a:pt x="4876" y="0"/>
                </a:cubicBezTo>
                <a:close/>
              </a:path>
            </a:pathLst>
          </a:custGeom>
          <a:solidFill>
            <a:srgbClr val="FFFFFF"/>
          </a:solidFill>
          <a:ln w="30475" cap="flat" cmpd="sng">
            <a:solidFill>
              <a:schemeClr val="accent1"/>
            </a:solidFill>
            <a:prstDash val="solid"/>
            <a:miter lim="487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4"/>
          <p:cNvSpPr/>
          <p:nvPr/>
        </p:nvSpPr>
        <p:spPr>
          <a:xfrm>
            <a:off x="1982962" y="3007905"/>
            <a:ext cx="14" cy="29416"/>
          </a:xfrm>
          <a:custGeom>
            <a:avLst/>
            <a:gdLst/>
            <a:ahLst/>
            <a:cxnLst/>
            <a:rect l="l" t="t" r="r" b="b"/>
            <a:pathLst>
              <a:path w="1" h="2097" fill="none" extrusionOk="0">
                <a:moveTo>
                  <a:pt x="0" y="2097"/>
                </a:moveTo>
                <a:lnTo>
                  <a:pt x="0" y="0"/>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4"/>
          <p:cNvSpPr/>
          <p:nvPr/>
        </p:nvSpPr>
        <p:spPr>
          <a:xfrm>
            <a:off x="1982962" y="2548944"/>
            <a:ext cx="14" cy="404890"/>
          </a:xfrm>
          <a:custGeom>
            <a:avLst/>
            <a:gdLst/>
            <a:ahLst/>
            <a:cxnLst/>
            <a:rect l="l" t="t" r="r" b="b"/>
            <a:pathLst>
              <a:path w="1" h="28864" fill="none" extrusionOk="0">
                <a:moveTo>
                  <a:pt x="0" y="28864"/>
                </a:moveTo>
                <a:lnTo>
                  <a:pt x="0" y="1"/>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4"/>
          <p:cNvSpPr/>
          <p:nvPr/>
        </p:nvSpPr>
        <p:spPr>
          <a:xfrm>
            <a:off x="1983649" y="2492168"/>
            <a:ext cx="29416" cy="30117"/>
          </a:xfrm>
          <a:custGeom>
            <a:avLst/>
            <a:gdLst/>
            <a:ahLst/>
            <a:cxnLst/>
            <a:rect l="l" t="t" r="r" b="b"/>
            <a:pathLst>
              <a:path w="2097" h="2147" fill="none" extrusionOk="0">
                <a:moveTo>
                  <a:pt x="0" y="2146"/>
                </a:moveTo>
                <a:lnTo>
                  <a:pt x="0" y="1"/>
                </a:lnTo>
                <a:lnTo>
                  <a:pt x="2097" y="1"/>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4"/>
          <p:cNvSpPr/>
          <p:nvPr/>
        </p:nvSpPr>
        <p:spPr>
          <a:xfrm>
            <a:off x="2071878" y="2492168"/>
            <a:ext cx="904830" cy="14"/>
          </a:xfrm>
          <a:custGeom>
            <a:avLst/>
            <a:gdLst/>
            <a:ahLst/>
            <a:cxnLst/>
            <a:rect l="l" t="t" r="r" b="b"/>
            <a:pathLst>
              <a:path w="64504" h="1" fill="none" extrusionOk="0">
                <a:moveTo>
                  <a:pt x="1" y="1"/>
                </a:moveTo>
                <a:lnTo>
                  <a:pt x="64504" y="1"/>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4"/>
          <p:cNvSpPr/>
          <p:nvPr/>
        </p:nvSpPr>
        <p:spPr>
          <a:xfrm>
            <a:off x="3006206" y="2462076"/>
            <a:ext cx="30117" cy="30103"/>
          </a:xfrm>
          <a:custGeom>
            <a:avLst/>
            <a:gdLst/>
            <a:ahLst/>
            <a:cxnLst/>
            <a:rect l="l" t="t" r="r" b="b"/>
            <a:pathLst>
              <a:path w="2147" h="2146" fill="none" extrusionOk="0">
                <a:moveTo>
                  <a:pt x="1" y="2146"/>
                </a:moveTo>
                <a:lnTo>
                  <a:pt x="2146" y="2146"/>
                </a:lnTo>
                <a:lnTo>
                  <a:pt x="2146" y="1"/>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4"/>
          <p:cNvSpPr/>
          <p:nvPr/>
        </p:nvSpPr>
        <p:spPr>
          <a:xfrm>
            <a:off x="3036312" y="2350587"/>
            <a:ext cx="14" cy="67037"/>
          </a:xfrm>
          <a:custGeom>
            <a:avLst/>
            <a:gdLst/>
            <a:ahLst/>
            <a:cxnLst/>
            <a:rect l="l" t="t" r="r" b="b"/>
            <a:pathLst>
              <a:path w="1" h="4779" fill="none" extrusionOk="0">
                <a:moveTo>
                  <a:pt x="0" y="4779"/>
                </a:moveTo>
                <a:lnTo>
                  <a:pt x="0" y="1"/>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4"/>
          <p:cNvSpPr/>
          <p:nvPr/>
        </p:nvSpPr>
        <p:spPr>
          <a:xfrm>
            <a:off x="3036312" y="2297922"/>
            <a:ext cx="14" cy="30103"/>
          </a:xfrm>
          <a:custGeom>
            <a:avLst/>
            <a:gdLst/>
            <a:ahLst/>
            <a:cxnLst/>
            <a:rect l="l" t="t" r="r" b="b"/>
            <a:pathLst>
              <a:path w="1" h="2146" fill="none" extrusionOk="0">
                <a:moveTo>
                  <a:pt x="0" y="2146"/>
                </a:moveTo>
                <a:lnTo>
                  <a:pt x="0" y="0"/>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4"/>
          <p:cNvSpPr/>
          <p:nvPr/>
        </p:nvSpPr>
        <p:spPr>
          <a:xfrm>
            <a:off x="1930296" y="3007217"/>
            <a:ext cx="103284" cy="103284"/>
          </a:xfrm>
          <a:custGeom>
            <a:avLst/>
            <a:gdLst/>
            <a:ahLst/>
            <a:cxnLst/>
            <a:rect l="l" t="t" r="r" b="b"/>
            <a:pathLst>
              <a:path w="7363" h="7363" extrusionOk="0">
                <a:moveTo>
                  <a:pt x="3657" y="1"/>
                </a:moveTo>
                <a:cubicBezTo>
                  <a:pt x="1658" y="1"/>
                  <a:pt x="0" y="1658"/>
                  <a:pt x="0" y="3706"/>
                </a:cubicBezTo>
                <a:cubicBezTo>
                  <a:pt x="0" y="5754"/>
                  <a:pt x="1658" y="7363"/>
                  <a:pt x="3657" y="7363"/>
                </a:cubicBezTo>
                <a:cubicBezTo>
                  <a:pt x="5705" y="7363"/>
                  <a:pt x="7362" y="5754"/>
                  <a:pt x="7362" y="3706"/>
                </a:cubicBezTo>
                <a:cubicBezTo>
                  <a:pt x="7362" y="1658"/>
                  <a:pt x="5705" y="1"/>
                  <a:pt x="3657" y="1"/>
                </a:cubicBezTo>
                <a:close/>
              </a:path>
            </a:pathLst>
          </a:custGeom>
          <a:solidFill>
            <a:srgbClr val="FFFFFF"/>
          </a:solidFill>
          <a:ln w="30475" cap="flat" cmpd="sng">
            <a:solidFill>
              <a:schemeClr val="accent1"/>
            </a:solidFill>
            <a:prstDash val="solid"/>
            <a:miter lim="487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4"/>
          <p:cNvSpPr/>
          <p:nvPr/>
        </p:nvSpPr>
        <p:spPr>
          <a:xfrm>
            <a:off x="2268188" y="1640604"/>
            <a:ext cx="14" cy="30103"/>
          </a:xfrm>
          <a:custGeom>
            <a:avLst/>
            <a:gdLst/>
            <a:ahLst/>
            <a:cxnLst/>
            <a:rect l="l" t="t" r="r" b="b"/>
            <a:pathLst>
              <a:path w="1" h="2146" fill="none" extrusionOk="0">
                <a:moveTo>
                  <a:pt x="0" y="1"/>
                </a:moveTo>
                <a:lnTo>
                  <a:pt x="0" y="2146"/>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4"/>
          <p:cNvSpPr/>
          <p:nvPr/>
        </p:nvSpPr>
        <p:spPr>
          <a:xfrm>
            <a:off x="2268188" y="1728160"/>
            <a:ext cx="14" cy="547143"/>
          </a:xfrm>
          <a:custGeom>
            <a:avLst/>
            <a:gdLst/>
            <a:ahLst/>
            <a:cxnLst/>
            <a:rect l="l" t="t" r="r" b="b"/>
            <a:pathLst>
              <a:path w="1" h="39005" fill="none" extrusionOk="0">
                <a:moveTo>
                  <a:pt x="0" y="0"/>
                </a:moveTo>
                <a:lnTo>
                  <a:pt x="0" y="39004"/>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4"/>
          <p:cNvSpPr/>
          <p:nvPr/>
        </p:nvSpPr>
        <p:spPr>
          <a:xfrm>
            <a:off x="2238769" y="2304754"/>
            <a:ext cx="30103" cy="29430"/>
          </a:xfrm>
          <a:custGeom>
            <a:avLst/>
            <a:gdLst/>
            <a:ahLst/>
            <a:cxnLst/>
            <a:rect l="l" t="t" r="r" b="b"/>
            <a:pathLst>
              <a:path w="2146" h="2098" fill="none" extrusionOk="0">
                <a:moveTo>
                  <a:pt x="2146" y="1"/>
                </a:moveTo>
                <a:lnTo>
                  <a:pt x="2146" y="2097"/>
                </a:lnTo>
                <a:lnTo>
                  <a:pt x="1" y="2097"/>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4"/>
          <p:cNvSpPr/>
          <p:nvPr/>
        </p:nvSpPr>
        <p:spPr>
          <a:xfrm>
            <a:off x="1753136" y="2334173"/>
            <a:ext cx="428147" cy="14"/>
          </a:xfrm>
          <a:custGeom>
            <a:avLst/>
            <a:gdLst/>
            <a:ahLst/>
            <a:cxnLst/>
            <a:rect l="l" t="t" r="r" b="b"/>
            <a:pathLst>
              <a:path w="30522" h="1" fill="none" extrusionOk="0">
                <a:moveTo>
                  <a:pt x="30521" y="0"/>
                </a:moveTo>
                <a:lnTo>
                  <a:pt x="1" y="0"/>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4"/>
          <p:cNvSpPr/>
          <p:nvPr/>
        </p:nvSpPr>
        <p:spPr>
          <a:xfrm>
            <a:off x="1694312" y="2334173"/>
            <a:ext cx="30103" cy="30103"/>
          </a:xfrm>
          <a:custGeom>
            <a:avLst/>
            <a:gdLst/>
            <a:ahLst/>
            <a:cxnLst/>
            <a:rect l="l" t="t" r="r" b="b"/>
            <a:pathLst>
              <a:path w="2146" h="2146" fill="none" extrusionOk="0">
                <a:moveTo>
                  <a:pt x="2146" y="0"/>
                </a:moveTo>
                <a:lnTo>
                  <a:pt x="1" y="0"/>
                </a:lnTo>
                <a:lnTo>
                  <a:pt x="1" y="2146"/>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4"/>
          <p:cNvSpPr/>
          <p:nvPr/>
        </p:nvSpPr>
        <p:spPr>
          <a:xfrm>
            <a:off x="1694312" y="2418993"/>
            <a:ext cx="14" cy="411034"/>
          </a:xfrm>
          <a:custGeom>
            <a:avLst/>
            <a:gdLst/>
            <a:ahLst/>
            <a:cxnLst/>
            <a:rect l="l" t="t" r="r" b="b"/>
            <a:pathLst>
              <a:path w="1" h="29302" fill="none" extrusionOk="0">
                <a:moveTo>
                  <a:pt x="1" y="0"/>
                </a:moveTo>
                <a:lnTo>
                  <a:pt x="1" y="29302"/>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4"/>
          <p:cNvSpPr/>
          <p:nvPr/>
        </p:nvSpPr>
        <p:spPr>
          <a:xfrm>
            <a:off x="1694312" y="2857429"/>
            <a:ext cx="14" cy="30103"/>
          </a:xfrm>
          <a:custGeom>
            <a:avLst/>
            <a:gdLst/>
            <a:ahLst/>
            <a:cxnLst/>
            <a:rect l="l" t="t" r="r" b="b"/>
            <a:pathLst>
              <a:path w="1" h="2146" fill="none" extrusionOk="0">
                <a:moveTo>
                  <a:pt x="1" y="0"/>
                </a:moveTo>
                <a:lnTo>
                  <a:pt x="1" y="2145"/>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4"/>
          <p:cNvSpPr/>
          <p:nvPr/>
        </p:nvSpPr>
        <p:spPr>
          <a:xfrm>
            <a:off x="1623184" y="2837592"/>
            <a:ext cx="119697" cy="102639"/>
          </a:xfrm>
          <a:custGeom>
            <a:avLst/>
            <a:gdLst/>
            <a:ahLst/>
            <a:cxnLst/>
            <a:rect l="l" t="t" r="r" b="b"/>
            <a:pathLst>
              <a:path w="8533" h="7317" extrusionOk="0">
                <a:moveTo>
                  <a:pt x="4876" y="0"/>
                </a:moveTo>
                <a:cubicBezTo>
                  <a:pt x="1658" y="0"/>
                  <a:pt x="0" y="3949"/>
                  <a:pt x="2292" y="6241"/>
                </a:cubicBezTo>
                <a:cubicBezTo>
                  <a:pt x="3050" y="6983"/>
                  <a:pt x="3971" y="7316"/>
                  <a:pt x="4871" y="7316"/>
                </a:cubicBezTo>
                <a:cubicBezTo>
                  <a:pt x="6749" y="7316"/>
                  <a:pt x="8532" y="5865"/>
                  <a:pt x="8532" y="3657"/>
                </a:cubicBezTo>
                <a:cubicBezTo>
                  <a:pt x="8532" y="1658"/>
                  <a:pt x="6923" y="0"/>
                  <a:pt x="4876" y="0"/>
                </a:cubicBezTo>
                <a:close/>
              </a:path>
            </a:pathLst>
          </a:custGeom>
          <a:solidFill>
            <a:srgbClr val="FFFFFF"/>
          </a:solidFill>
          <a:ln w="30475" cap="flat" cmpd="sng">
            <a:solidFill>
              <a:schemeClr val="accent1"/>
            </a:solidFill>
            <a:prstDash val="solid"/>
            <a:miter lim="487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2" name="Google Shape;342;p24"/>
          <p:cNvGrpSpPr/>
          <p:nvPr/>
        </p:nvGrpSpPr>
        <p:grpSpPr>
          <a:xfrm>
            <a:off x="2081294" y="1068391"/>
            <a:ext cx="373819" cy="412843"/>
            <a:chOff x="3040350" y="1113200"/>
            <a:chExt cx="1704600" cy="1882550"/>
          </a:xfrm>
        </p:grpSpPr>
        <p:sp>
          <p:nvSpPr>
            <p:cNvPr id="343" name="Google Shape;343;p24"/>
            <p:cNvSpPr/>
            <p:nvPr/>
          </p:nvSpPr>
          <p:spPr>
            <a:xfrm>
              <a:off x="3040350" y="2164475"/>
              <a:ext cx="1607250" cy="831275"/>
            </a:xfrm>
            <a:custGeom>
              <a:avLst/>
              <a:gdLst/>
              <a:ahLst/>
              <a:cxnLst/>
              <a:rect l="l" t="t" r="r" b="b"/>
              <a:pathLst>
                <a:path w="64290" h="33251" extrusionOk="0">
                  <a:moveTo>
                    <a:pt x="20497" y="1"/>
                  </a:moveTo>
                  <a:cubicBezTo>
                    <a:pt x="16743" y="1"/>
                    <a:pt x="13284" y="2001"/>
                    <a:pt x="11425" y="5248"/>
                  </a:cubicBezTo>
                  <a:lnTo>
                    <a:pt x="9931" y="7860"/>
                  </a:lnTo>
                  <a:cubicBezTo>
                    <a:pt x="8896" y="9649"/>
                    <a:pt x="7613" y="11296"/>
                    <a:pt x="6119" y="12731"/>
                  </a:cubicBezTo>
                  <a:lnTo>
                    <a:pt x="1" y="18614"/>
                  </a:lnTo>
                  <a:lnTo>
                    <a:pt x="8813" y="33251"/>
                  </a:lnTo>
                  <a:lnTo>
                    <a:pt x="14720" y="27733"/>
                  </a:lnTo>
                  <a:cubicBezTo>
                    <a:pt x="16214" y="26333"/>
                    <a:pt x="18191" y="25556"/>
                    <a:pt x="20238" y="25556"/>
                  </a:cubicBezTo>
                  <a:lnTo>
                    <a:pt x="35816" y="25556"/>
                  </a:lnTo>
                  <a:cubicBezTo>
                    <a:pt x="39487" y="25556"/>
                    <a:pt x="43028" y="24250"/>
                    <a:pt x="45817" y="21873"/>
                  </a:cubicBezTo>
                  <a:lnTo>
                    <a:pt x="62489" y="7684"/>
                  </a:lnTo>
                  <a:cubicBezTo>
                    <a:pt x="64030" y="6413"/>
                    <a:pt x="64289" y="4060"/>
                    <a:pt x="62983" y="2554"/>
                  </a:cubicBezTo>
                  <a:cubicBezTo>
                    <a:pt x="62278" y="1738"/>
                    <a:pt x="61283" y="1316"/>
                    <a:pt x="60281" y="1316"/>
                  </a:cubicBezTo>
                  <a:cubicBezTo>
                    <a:pt x="59478" y="1316"/>
                    <a:pt x="58671" y="1587"/>
                    <a:pt x="58006" y="2142"/>
                  </a:cubicBezTo>
                  <a:lnTo>
                    <a:pt x="47641" y="10778"/>
                  </a:lnTo>
                  <a:cubicBezTo>
                    <a:pt x="45640" y="12437"/>
                    <a:pt x="43122" y="13343"/>
                    <a:pt x="40522" y="13343"/>
                  </a:cubicBezTo>
                  <a:lnTo>
                    <a:pt x="28262" y="13343"/>
                  </a:lnTo>
                  <a:cubicBezTo>
                    <a:pt x="28255" y="13343"/>
                    <a:pt x="28248" y="13343"/>
                    <a:pt x="28241" y="13343"/>
                  </a:cubicBezTo>
                  <a:cubicBezTo>
                    <a:pt x="26403" y="13343"/>
                    <a:pt x="24921" y="11853"/>
                    <a:pt x="24921" y="10013"/>
                  </a:cubicBezTo>
                  <a:cubicBezTo>
                    <a:pt x="24921" y="8166"/>
                    <a:pt x="26415" y="6672"/>
                    <a:pt x="28262" y="6672"/>
                  </a:cubicBezTo>
                  <a:lnTo>
                    <a:pt x="40028" y="6672"/>
                  </a:lnTo>
                  <a:cubicBezTo>
                    <a:pt x="41864" y="6672"/>
                    <a:pt x="43358" y="5178"/>
                    <a:pt x="43358" y="3342"/>
                  </a:cubicBezTo>
                  <a:cubicBezTo>
                    <a:pt x="43358" y="1495"/>
                    <a:pt x="41864" y="1"/>
                    <a:pt x="400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EFFC1"/>
                </a:solidFill>
                <a:highlight>
                  <a:srgbClr val="1EFFC1"/>
                </a:highlight>
              </a:endParaRPr>
            </a:p>
          </p:txBody>
        </p:sp>
        <p:sp>
          <p:nvSpPr>
            <p:cNvPr id="344" name="Google Shape;344;p24"/>
            <p:cNvSpPr/>
            <p:nvPr/>
          </p:nvSpPr>
          <p:spPr>
            <a:xfrm>
              <a:off x="3073300" y="1113200"/>
              <a:ext cx="1671650" cy="924525"/>
            </a:xfrm>
            <a:custGeom>
              <a:avLst/>
              <a:gdLst/>
              <a:ahLst/>
              <a:cxnLst/>
              <a:rect l="l" t="t" r="r" b="b"/>
              <a:pathLst>
                <a:path w="66866" h="36981" extrusionOk="0">
                  <a:moveTo>
                    <a:pt x="33427" y="0"/>
                  </a:moveTo>
                  <a:cubicBezTo>
                    <a:pt x="29803" y="0"/>
                    <a:pt x="27109" y="3342"/>
                    <a:pt x="27886" y="6883"/>
                  </a:cubicBezTo>
                  <a:cubicBezTo>
                    <a:pt x="15826" y="9307"/>
                    <a:pt x="6519" y="19473"/>
                    <a:pt x="5413" y="31957"/>
                  </a:cubicBezTo>
                  <a:lnTo>
                    <a:pt x="0" y="31957"/>
                  </a:lnTo>
                  <a:lnTo>
                    <a:pt x="0" y="36981"/>
                  </a:lnTo>
                  <a:lnTo>
                    <a:pt x="66866" y="36981"/>
                  </a:lnTo>
                  <a:lnTo>
                    <a:pt x="66866" y="31957"/>
                  </a:lnTo>
                  <a:lnTo>
                    <a:pt x="61453" y="31957"/>
                  </a:lnTo>
                  <a:cubicBezTo>
                    <a:pt x="60347" y="19473"/>
                    <a:pt x="51041" y="9307"/>
                    <a:pt x="38981" y="6883"/>
                  </a:cubicBezTo>
                  <a:cubicBezTo>
                    <a:pt x="39745" y="3342"/>
                    <a:pt x="37051" y="0"/>
                    <a:pt x="3342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EFFC1"/>
                </a:solidFill>
                <a:highlight>
                  <a:srgbClr val="1EFFC1"/>
                </a:highlight>
              </a:endParaRPr>
            </a:p>
          </p:txBody>
        </p:sp>
      </p:grpSp>
      <p:grpSp>
        <p:nvGrpSpPr>
          <p:cNvPr id="345" name="Google Shape;345;p24"/>
          <p:cNvGrpSpPr/>
          <p:nvPr/>
        </p:nvGrpSpPr>
        <p:grpSpPr>
          <a:xfrm>
            <a:off x="2847155" y="1782576"/>
            <a:ext cx="406573" cy="402537"/>
            <a:chOff x="462200" y="569000"/>
            <a:chExt cx="1901650" cy="1882775"/>
          </a:xfrm>
        </p:grpSpPr>
        <p:sp>
          <p:nvSpPr>
            <p:cNvPr id="346" name="Google Shape;346;p24"/>
            <p:cNvSpPr/>
            <p:nvPr/>
          </p:nvSpPr>
          <p:spPr>
            <a:xfrm>
              <a:off x="462200" y="890525"/>
              <a:ext cx="1573675" cy="1561250"/>
            </a:xfrm>
            <a:custGeom>
              <a:avLst/>
              <a:gdLst/>
              <a:ahLst/>
              <a:cxnLst/>
              <a:rect l="l" t="t" r="r" b="b"/>
              <a:pathLst>
                <a:path w="62947" h="62450" extrusionOk="0">
                  <a:moveTo>
                    <a:pt x="36971" y="12877"/>
                  </a:moveTo>
                  <a:cubicBezTo>
                    <a:pt x="38885" y="12877"/>
                    <a:pt x="40770" y="13628"/>
                    <a:pt x="42180" y="15037"/>
                  </a:cubicBezTo>
                  <a:cubicBezTo>
                    <a:pt x="45062" y="17897"/>
                    <a:pt x="45062" y="22568"/>
                    <a:pt x="42180" y="25427"/>
                  </a:cubicBezTo>
                  <a:cubicBezTo>
                    <a:pt x="40770" y="26837"/>
                    <a:pt x="38885" y="27587"/>
                    <a:pt x="36971" y="27587"/>
                  </a:cubicBezTo>
                  <a:cubicBezTo>
                    <a:pt x="36026" y="27587"/>
                    <a:pt x="35073" y="27404"/>
                    <a:pt x="34167" y="27027"/>
                  </a:cubicBezTo>
                  <a:cubicBezTo>
                    <a:pt x="31414" y="25886"/>
                    <a:pt x="29625" y="23203"/>
                    <a:pt x="29625" y="20226"/>
                  </a:cubicBezTo>
                  <a:cubicBezTo>
                    <a:pt x="29625" y="17261"/>
                    <a:pt x="31414" y="14579"/>
                    <a:pt x="34167" y="13437"/>
                  </a:cubicBezTo>
                  <a:cubicBezTo>
                    <a:pt x="35073" y="13060"/>
                    <a:pt x="36026" y="12877"/>
                    <a:pt x="36971" y="12877"/>
                  </a:cubicBezTo>
                  <a:close/>
                  <a:moveTo>
                    <a:pt x="50965" y="26846"/>
                  </a:moveTo>
                  <a:cubicBezTo>
                    <a:pt x="51507" y="26846"/>
                    <a:pt x="52060" y="27048"/>
                    <a:pt x="52510" y="27498"/>
                  </a:cubicBezTo>
                  <a:cubicBezTo>
                    <a:pt x="53369" y="28356"/>
                    <a:pt x="53369" y="29757"/>
                    <a:pt x="52510" y="30615"/>
                  </a:cubicBezTo>
                  <a:cubicBezTo>
                    <a:pt x="52060" y="31065"/>
                    <a:pt x="51506" y="31267"/>
                    <a:pt x="50963" y="31267"/>
                  </a:cubicBezTo>
                  <a:cubicBezTo>
                    <a:pt x="49831" y="31267"/>
                    <a:pt x="48745" y="30390"/>
                    <a:pt x="48745" y="29062"/>
                  </a:cubicBezTo>
                  <a:cubicBezTo>
                    <a:pt x="48745" y="27726"/>
                    <a:pt x="49832" y="26846"/>
                    <a:pt x="50965" y="26846"/>
                  </a:cubicBezTo>
                  <a:close/>
                  <a:moveTo>
                    <a:pt x="27672" y="1"/>
                  </a:moveTo>
                  <a:lnTo>
                    <a:pt x="18342" y="20509"/>
                  </a:lnTo>
                  <a:cubicBezTo>
                    <a:pt x="26649" y="22238"/>
                    <a:pt x="31214" y="31216"/>
                    <a:pt x="27696" y="38946"/>
                  </a:cubicBezTo>
                  <a:cubicBezTo>
                    <a:pt x="25441" y="43910"/>
                    <a:pt x="20597" y="46703"/>
                    <a:pt x="15627" y="46703"/>
                  </a:cubicBezTo>
                  <a:cubicBezTo>
                    <a:pt x="12869" y="46703"/>
                    <a:pt x="10073" y="45843"/>
                    <a:pt x="7659" y="44017"/>
                  </a:cubicBezTo>
                  <a:lnTo>
                    <a:pt x="705" y="59324"/>
                  </a:lnTo>
                  <a:cubicBezTo>
                    <a:pt x="0" y="60870"/>
                    <a:pt x="1201" y="62449"/>
                    <a:pt x="2694" y="62449"/>
                  </a:cubicBezTo>
                  <a:cubicBezTo>
                    <a:pt x="2996" y="62449"/>
                    <a:pt x="3310" y="62385"/>
                    <a:pt x="3623" y="62242"/>
                  </a:cubicBezTo>
                  <a:lnTo>
                    <a:pt x="62946" y="35287"/>
                  </a:lnTo>
                  <a:lnTo>
                    <a:pt x="62864" y="35310"/>
                  </a:lnTo>
                  <a:lnTo>
                    <a:pt x="62111" y="33239"/>
                  </a:lnTo>
                  <a:cubicBezTo>
                    <a:pt x="59393" y="25803"/>
                    <a:pt x="55099" y="19038"/>
                    <a:pt x="49510" y="13437"/>
                  </a:cubicBezTo>
                  <a:cubicBezTo>
                    <a:pt x="43909" y="7849"/>
                    <a:pt x="37144" y="3554"/>
                    <a:pt x="29708" y="836"/>
                  </a:cubicBezTo>
                  <a:lnTo>
                    <a:pt x="27637" y="83"/>
                  </a:lnTo>
                  <a:lnTo>
                    <a:pt x="2767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4"/>
            <p:cNvSpPr/>
            <p:nvPr/>
          </p:nvSpPr>
          <p:spPr>
            <a:xfrm>
              <a:off x="1198700" y="569000"/>
              <a:ext cx="1165150" cy="1158700"/>
            </a:xfrm>
            <a:custGeom>
              <a:avLst/>
              <a:gdLst/>
              <a:ahLst/>
              <a:cxnLst/>
              <a:rect l="l" t="t" r="r" b="b"/>
              <a:pathLst>
                <a:path w="46606" h="46348" extrusionOk="0">
                  <a:moveTo>
                    <a:pt x="5478" y="1"/>
                  </a:moveTo>
                  <a:cubicBezTo>
                    <a:pt x="4634" y="1"/>
                    <a:pt x="3833" y="487"/>
                    <a:pt x="3460" y="1296"/>
                  </a:cubicBezTo>
                  <a:lnTo>
                    <a:pt x="1" y="8920"/>
                  </a:lnTo>
                  <a:lnTo>
                    <a:pt x="1754" y="9555"/>
                  </a:lnTo>
                  <a:cubicBezTo>
                    <a:pt x="9802" y="12485"/>
                    <a:pt x="17108" y="17133"/>
                    <a:pt x="23168" y="23180"/>
                  </a:cubicBezTo>
                  <a:cubicBezTo>
                    <a:pt x="29215" y="29240"/>
                    <a:pt x="33863" y="36546"/>
                    <a:pt x="36793" y="44594"/>
                  </a:cubicBezTo>
                  <a:lnTo>
                    <a:pt x="37428" y="46347"/>
                  </a:lnTo>
                  <a:lnTo>
                    <a:pt x="45052" y="42888"/>
                  </a:lnTo>
                  <a:cubicBezTo>
                    <a:pt x="46099" y="42406"/>
                    <a:pt x="46605" y="41206"/>
                    <a:pt x="46217" y="40123"/>
                  </a:cubicBezTo>
                  <a:cubicBezTo>
                    <a:pt x="42864" y="30946"/>
                    <a:pt x="37557" y="22604"/>
                    <a:pt x="30663" y="15685"/>
                  </a:cubicBezTo>
                  <a:cubicBezTo>
                    <a:pt x="23744" y="8791"/>
                    <a:pt x="15402" y="3484"/>
                    <a:pt x="6225" y="131"/>
                  </a:cubicBezTo>
                  <a:cubicBezTo>
                    <a:pt x="5979" y="43"/>
                    <a:pt x="5727" y="1"/>
                    <a:pt x="54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4"/>
            <p:cNvSpPr/>
            <p:nvPr/>
          </p:nvSpPr>
          <p:spPr>
            <a:xfrm>
              <a:off x="1307825" y="1322925"/>
              <a:ext cx="159450" cy="146850"/>
            </a:xfrm>
            <a:custGeom>
              <a:avLst/>
              <a:gdLst/>
              <a:ahLst/>
              <a:cxnLst/>
              <a:rect l="l" t="t" r="r" b="b"/>
              <a:pathLst>
                <a:path w="6378" h="5874" extrusionOk="0">
                  <a:moveTo>
                    <a:pt x="3196" y="0"/>
                  </a:moveTo>
                  <a:cubicBezTo>
                    <a:pt x="3182" y="0"/>
                    <a:pt x="3168" y="0"/>
                    <a:pt x="3154" y="1"/>
                  </a:cubicBezTo>
                  <a:cubicBezTo>
                    <a:pt x="1754" y="1"/>
                    <a:pt x="542" y="989"/>
                    <a:pt x="271" y="2365"/>
                  </a:cubicBezTo>
                  <a:cubicBezTo>
                    <a:pt x="1" y="3742"/>
                    <a:pt x="742" y="5119"/>
                    <a:pt x="2036" y="5648"/>
                  </a:cubicBezTo>
                  <a:cubicBezTo>
                    <a:pt x="2402" y="5801"/>
                    <a:pt x="2783" y="5874"/>
                    <a:pt x="3160" y="5874"/>
                  </a:cubicBezTo>
                  <a:cubicBezTo>
                    <a:pt x="4117" y="5874"/>
                    <a:pt x="5044" y="5402"/>
                    <a:pt x="5601" y="4566"/>
                  </a:cubicBezTo>
                  <a:cubicBezTo>
                    <a:pt x="6378" y="3401"/>
                    <a:pt x="6225" y="1848"/>
                    <a:pt x="5237" y="848"/>
                  </a:cubicBezTo>
                  <a:cubicBezTo>
                    <a:pt x="4694" y="316"/>
                    <a:pt x="3958" y="0"/>
                    <a:pt x="319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4"/>
            <p:cNvSpPr/>
            <p:nvPr/>
          </p:nvSpPr>
          <p:spPr>
            <a:xfrm>
              <a:off x="701000" y="1507650"/>
              <a:ext cx="373300" cy="440175"/>
            </a:xfrm>
            <a:custGeom>
              <a:avLst/>
              <a:gdLst/>
              <a:ahLst/>
              <a:cxnLst/>
              <a:rect l="l" t="t" r="r" b="b"/>
              <a:pathLst>
                <a:path w="14932" h="17607" extrusionOk="0">
                  <a:moveTo>
                    <a:pt x="6896" y="0"/>
                  </a:moveTo>
                  <a:lnTo>
                    <a:pt x="1" y="15155"/>
                  </a:lnTo>
                  <a:cubicBezTo>
                    <a:pt x="1676" y="16760"/>
                    <a:pt x="3872" y="17606"/>
                    <a:pt x="6102" y="17606"/>
                  </a:cubicBezTo>
                  <a:cubicBezTo>
                    <a:pt x="7271" y="17606"/>
                    <a:pt x="8450" y="17374"/>
                    <a:pt x="9567" y="16896"/>
                  </a:cubicBezTo>
                  <a:cubicBezTo>
                    <a:pt x="12814" y="15508"/>
                    <a:pt x="14920" y="12319"/>
                    <a:pt x="14932" y="8790"/>
                  </a:cubicBezTo>
                  <a:cubicBezTo>
                    <a:pt x="14920" y="4224"/>
                    <a:pt x="11449" y="412"/>
                    <a:pt x="689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0" name="Google Shape;350;p24"/>
          <p:cNvGrpSpPr/>
          <p:nvPr/>
        </p:nvGrpSpPr>
        <p:grpSpPr>
          <a:xfrm>
            <a:off x="2665531" y="3620568"/>
            <a:ext cx="372185" cy="370679"/>
            <a:chOff x="4991125" y="2436850"/>
            <a:chExt cx="1890225" cy="1882575"/>
          </a:xfrm>
        </p:grpSpPr>
        <p:sp>
          <p:nvSpPr>
            <p:cNvPr id="351" name="Google Shape;351;p24"/>
            <p:cNvSpPr/>
            <p:nvPr/>
          </p:nvSpPr>
          <p:spPr>
            <a:xfrm>
              <a:off x="4991125" y="3057800"/>
              <a:ext cx="1890225" cy="1261625"/>
            </a:xfrm>
            <a:custGeom>
              <a:avLst/>
              <a:gdLst/>
              <a:ahLst/>
              <a:cxnLst/>
              <a:rect l="l" t="t" r="r" b="b"/>
              <a:pathLst>
                <a:path w="75609" h="50465" extrusionOk="0">
                  <a:moveTo>
                    <a:pt x="61195" y="10084"/>
                  </a:moveTo>
                  <a:cubicBezTo>
                    <a:pt x="63254" y="10131"/>
                    <a:pt x="64901" y="11802"/>
                    <a:pt x="64901" y="13861"/>
                  </a:cubicBezTo>
                  <a:cubicBezTo>
                    <a:pt x="64901" y="15920"/>
                    <a:pt x="63254" y="17591"/>
                    <a:pt x="61195" y="17638"/>
                  </a:cubicBezTo>
                  <a:lnTo>
                    <a:pt x="56606" y="17638"/>
                  </a:lnTo>
                  <a:lnTo>
                    <a:pt x="56606" y="10084"/>
                  </a:lnTo>
                  <a:close/>
                  <a:moveTo>
                    <a:pt x="7907" y="1"/>
                  </a:moveTo>
                  <a:lnTo>
                    <a:pt x="7907" y="15520"/>
                  </a:lnTo>
                  <a:cubicBezTo>
                    <a:pt x="7907" y="24250"/>
                    <a:pt x="12296" y="32392"/>
                    <a:pt x="19579" y="37204"/>
                  </a:cubicBezTo>
                  <a:lnTo>
                    <a:pt x="1" y="37204"/>
                  </a:lnTo>
                  <a:lnTo>
                    <a:pt x="1" y="39416"/>
                  </a:lnTo>
                  <a:cubicBezTo>
                    <a:pt x="1" y="45511"/>
                    <a:pt x="4931" y="50453"/>
                    <a:pt x="11025" y="50464"/>
                  </a:cubicBezTo>
                  <a:lnTo>
                    <a:pt x="64266" y="50464"/>
                  </a:lnTo>
                  <a:cubicBezTo>
                    <a:pt x="70360" y="50453"/>
                    <a:pt x="75290" y="45511"/>
                    <a:pt x="75302" y="39416"/>
                  </a:cubicBezTo>
                  <a:lnTo>
                    <a:pt x="75302" y="37216"/>
                  </a:lnTo>
                  <a:lnTo>
                    <a:pt x="48170" y="37216"/>
                  </a:lnTo>
                  <a:cubicBezTo>
                    <a:pt x="51759" y="34839"/>
                    <a:pt x="54700" y="31615"/>
                    <a:pt x="56736" y="27827"/>
                  </a:cubicBezTo>
                  <a:lnTo>
                    <a:pt x="61360" y="27827"/>
                  </a:lnTo>
                  <a:cubicBezTo>
                    <a:pt x="68702" y="27756"/>
                    <a:pt x="74737" y="22014"/>
                    <a:pt x="75173" y="14684"/>
                  </a:cubicBezTo>
                  <a:cubicBezTo>
                    <a:pt x="75608" y="7354"/>
                    <a:pt x="70302" y="930"/>
                    <a:pt x="63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4"/>
            <p:cNvSpPr/>
            <p:nvPr/>
          </p:nvSpPr>
          <p:spPr>
            <a:xfrm>
              <a:off x="5188800" y="2813650"/>
              <a:ext cx="1298100" cy="133575"/>
            </a:xfrm>
            <a:custGeom>
              <a:avLst/>
              <a:gdLst/>
              <a:ahLst/>
              <a:cxnLst/>
              <a:rect l="l" t="t" r="r" b="b"/>
              <a:pathLst>
                <a:path w="51924" h="5343" extrusionOk="0">
                  <a:moveTo>
                    <a:pt x="0" y="1"/>
                  </a:moveTo>
                  <a:lnTo>
                    <a:pt x="0" y="5343"/>
                  </a:lnTo>
                  <a:lnTo>
                    <a:pt x="51923" y="5343"/>
                  </a:lnTo>
                  <a:lnTo>
                    <a:pt x="5192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4"/>
            <p:cNvSpPr/>
            <p:nvPr/>
          </p:nvSpPr>
          <p:spPr>
            <a:xfrm>
              <a:off x="5615600" y="2436850"/>
              <a:ext cx="176800" cy="253575"/>
            </a:xfrm>
            <a:custGeom>
              <a:avLst/>
              <a:gdLst/>
              <a:ahLst/>
              <a:cxnLst/>
              <a:rect l="l" t="t" r="r" b="b"/>
              <a:pathLst>
                <a:path w="7072" h="10143" extrusionOk="0">
                  <a:moveTo>
                    <a:pt x="2660" y="1"/>
                  </a:moveTo>
                  <a:cubicBezTo>
                    <a:pt x="2660" y="271"/>
                    <a:pt x="2636" y="342"/>
                    <a:pt x="2013" y="942"/>
                  </a:cubicBezTo>
                  <a:cubicBezTo>
                    <a:pt x="1260" y="1660"/>
                    <a:pt x="1" y="2848"/>
                    <a:pt x="1" y="5072"/>
                  </a:cubicBezTo>
                  <a:cubicBezTo>
                    <a:pt x="1" y="7296"/>
                    <a:pt x="1260" y="8484"/>
                    <a:pt x="2013" y="9202"/>
                  </a:cubicBezTo>
                  <a:cubicBezTo>
                    <a:pt x="2636" y="9790"/>
                    <a:pt x="2660" y="9872"/>
                    <a:pt x="2660" y="10143"/>
                  </a:cubicBezTo>
                  <a:lnTo>
                    <a:pt x="7072" y="10143"/>
                  </a:lnTo>
                  <a:cubicBezTo>
                    <a:pt x="7072" y="7919"/>
                    <a:pt x="5813" y="6719"/>
                    <a:pt x="5048" y="6001"/>
                  </a:cubicBezTo>
                  <a:cubicBezTo>
                    <a:pt x="4425" y="5413"/>
                    <a:pt x="4413" y="5343"/>
                    <a:pt x="4413" y="5072"/>
                  </a:cubicBezTo>
                  <a:cubicBezTo>
                    <a:pt x="4413" y="4801"/>
                    <a:pt x="4425" y="4731"/>
                    <a:pt x="5048" y="4142"/>
                  </a:cubicBezTo>
                  <a:cubicBezTo>
                    <a:pt x="5813" y="3425"/>
                    <a:pt x="7072" y="2225"/>
                    <a:pt x="707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4"/>
            <p:cNvSpPr/>
            <p:nvPr/>
          </p:nvSpPr>
          <p:spPr>
            <a:xfrm>
              <a:off x="5851800" y="2436850"/>
              <a:ext cx="176800" cy="253575"/>
            </a:xfrm>
            <a:custGeom>
              <a:avLst/>
              <a:gdLst/>
              <a:ahLst/>
              <a:cxnLst/>
              <a:rect l="l" t="t" r="r" b="b"/>
              <a:pathLst>
                <a:path w="7072" h="10143" extrusionOk="0">
                  <a:moveTo>
                    <a:pt x="2660" y="1"/>
                  </a:moveTo>
                  <a:cubicBezTo>
                    <a:pt x="2660" y="271"/>
                    <a:pt x="2648" y="342"/>
                    <a:pt x="2024" y="942"/>
                  </a:cubicBezTo>
                  <a:cubicBezTo>
                    <a:pt x="1271" y="1660"/>
                    <a:pt x="1" y="2848"/>
                    <a:pt x="1" y="5072"/>
                  </a:cubicBezTo>
                  <a:cubicBezTo>
                    <a:pt x="1" y="7296"/>
                    <a:pt x="1260" y="8484"/>
                    <a:pt x="2024" y="9202"/>
                  </a:cubicBezTo>
                  <a:cubicBezTo>
                    <a:pt x="2648" y="9790"/>
                    <a:pt x="2660" y="9872"/>
                    <a:pt x="2660" y="10143"/>
                  </a:cubicBezTo>
                  <a:lnTo>
                    <a:pt x="7072" y="10143"/>
                  </a:lnTo>
                  <a:cubicBezTo>
                    <a:pt x="7072" y="7919"/>
                    <a:pt x="5813" y="6719"/>
                    <a:pt x="5060" y="6001"/>
                  </a:cubicBezTo>
                  <a:cubicBezTo>
                    <a:pt x="4436" y="5413"/>
                    <a:pt x="4413" y="5343"/>
                    <a:pt x="4413" y="5072"/>
                  </a:cubicBezTo>
                  <a:cubicBezTo>
                    <a:pt x="4413" y="4801"/>
                    <a:pt x="4436" y="4731"/>
                    <a:pt x="5060" y="4142"/>
                  </a:cubicBezTo>
                  <a:cubicBezTo>
                    <a:pt x="5813" y="3425"/>
                    <a:pt x="7072" y="2225"/>
                    <a:pt x="707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5" name="Google Shape;355;p24"/>
          <p:cNvGrpSpPr/>
          <p:nvPr/>
        </p:nvGrpSpPr>
        <p:grpSpPr>
          <a:xfrm>
            <a:off x="569709" y="3454559"/>
            <a:ext cx="372245" cy="369356"/>
            <a:chOff x="5249675" y="238125"/>
            <a:chExt cx="1897275" cy="1882550"/>
          </a:xfrm>
        </p:grpSpPr>
        <p:sp>
          <p:nvSpPr>
            <p:cNvPr id="356" name="Google Shape;356;p24"/>
            <p:cNvSpPr/>
            <p:nvPr/>
          </p:nvSpPr>
          <p:spPr>
            <a:xfrm>
              <a:off x="5367350" y="1455300"/>
              <a:ext cx="290050" cy="110325"/>
            </a:xfrm>
            <a:custGeom>
              <a:avLst/>
              <a:gdLst/>
              <a:ahLst/>
              <a:cxnLst/>
              <a:rect l="l" t="t" r="r" b="b"/>
              <a:pathLst>
                <a:path w="11602" h="4413" extrusionOk="0">
                  <a:moveTo>
                    <a:pt x="0" y="0"/>
                  </a:moveTo>
                  <a:lnTo>
                    <a:pt x="0" y="4412"/>
                  </a:lnTo>
                  <a:lnTo>
                    <a:pt x="11601" y="4412"/>
                  </a:lnTo>
                  <a:cubicBezTo>
                    <a:pt x="9272" y="1612"/>
                    <a:pt x="5836" y="0"/>
                    <a:pt x="2212" y="0"/>
                  </a:cubicBez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4"/>
            <p:cNvSpPr/>
            <p:nvPr/>
          </p:nvSpPr>
          <p:spPr>
            <a:xfrm>
              <a:off x="5367350" y="1234675"/>
              <a:ext cx="1661950" cy="276525"/>
            </a:xfrm>
            <a:custGeom>
              <a:avLst/>
              <a:gdLst/>
              <a:ahLst/>
              <a:cxnLst/>
              <a:rect l="l" t="t" r="r" b="b"/>
              <a:pathLst>
                <a:path w="66478" h="11061" extrusionOk="0">
                  <a:moveTo>
                    <a:pt x="0" y="1"/>
                  </a:moveTo>
                  <a:lnTo>
                    <a:pt x="0" y="4413"/>
                  </a:lnTo>
                  <a:lnTo>
                    <a:pt x="2212" y="4413"/>
                  </a:lnTo>
                  <a:cubicBezTo>
                    <a:pt x="7519" y="4413"/>
                    <a:pt x="12519" y="6896"/>
                    <a:pt x="15590" y="11061"/>
                  </a:cubicBezTo>
                  <a:cubicBezTo>
                    <a:pt x="18670" y="6880"/>
                    <a:pt x="23556" y="4413"/>
                    <a:pt x="28753" y="4413"/>
                  </a:cubicBezTo>
                  <a:cubicBezTo>
                    <a:pt x="28777" y="4413"/>
                    <a:pt x="28802" y="4413"/>
                    <a:pt x="28827" y="4413"/>
                  </a:cubicBezTo>
                  <a:lnTo>
                    <a:pt x="66477" y="4413"/>
                  </a:lnTo>
                  <a:lnTo>
                    <a:pt x="6647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4"/>
            <p:cNvSpPr/>
            <p:nvPr/>
          </p:nvSpPr>
          <p:spPr>
            <a:xfrm>
              <a:off x="5249675" y="1675900"/>
              <a:ext cx="1897275" cy="444775"/>
            </a:xfrm>
            <a:custGeom>
              <a:avLst/>
              <a:gdLst/>
              <a:ahLst/>
              <a:cxnLst/>
              <a:rect l="l" t="t" r="r" b="b"/>
              <a:pathLst>
                <a:path w="75891" h="17791" extrusionOk="0">
                  <a:moveTo>
                    <a:pt x="2519" y="1"/>
                  </a:moveTo>
                  <a:cubicBezTo>
                    <a:pt x="1060" y="1"/>
                    <a:pt x="1" y="1389"/>
                    <a:pt x="366" y="2801"/>
                  </a:cubicBezTo>
                  <a:cubicBezTo>
                    <a:pt x="2589" y="11319"/>
                    <a:pt x="11084" y="17791"/>
                    <a:pt x="20297" y="17791"/>
                  </a:cubicBezTo>
                  <a:lnTo>
                    <a:pt x="55595" y="17791"/>
                  </a:lnTo>
                  <a:cubicBezTo>
                    <a:pt x="64807" y="17791"/>
                    <a:pt x="73302" y="11319"/>
                    <a:pt x="75526" y="2801"/>
                  </a:cubicBezTo>
                  <a:cubicBezTo>
                    <a:pt x="75891" y="1389"/>
                    <a:pt x="74832" y="1"/>
                    <a:pt x="73373" y="1"/>
                  </a:cubicBezTo>
                  <a:lnTo>
                    <a:pt x="68984" y="1"/>
                  </a:lnTo>
                  <a:cubicBezTo>
                    <a:pt x="64407" y="1"/>
                    <a:pt x="60077" y="2577"/>
                    <a:pt x="58030" y="6672"/>
                  </a:cubicBezTo>
                  <a:lnTo>
                    <a:pt x="57571" y="7601"/>
                  </a:lnTo>
                  <a:cubicBezTo>
                    <a:pt x="57165" y="8413"/>
                    <a:pt x="56380" y="8819"/>
                    <a:pt x="55595" y="8819"/>
                  </a:cubicBezTo>
                  <a:cubicBezTo>
                    <a:pt x="54809" y="8819"/>
                    <a:pt x="54024" y="8413"/>
                    <a:pt x="53618" y="7601"/>
                  </a:cubicBezTo>
                  <a:lnTo>
                    <a:pt x="53159" y="6672"/>
                  </a:lnTo>
                  <a:cubicBezTo>
                    <a:pt x="51112" y="2577"/>
                    <a:pt x="46935" y="1"/>
                    <a:pt x="423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4"/>
            <p:cNvSpPr/>
            <p:nvPr/>
          </p:nvSpPr>
          <p:spPr>
            <a:xfrm>
              <a:off x="5856800" y="1455300"/>
              <a:ext cx="1172500" cy="276525"/>
            </a:xfrm>
            <a:custGeom>
              <a:avLst/>
              <a:gdLst/>
              <a:ahLst/>
              <a:cxnLst/>
              <a:rect l="l" t="t" r="r" b="b"/>
              <a:pathLst>
                <a:path w="46900" h="11061" extrusionOk="0">
                  <a:moveTo>
                    <a:pt x="9249" y="0"/>
                  </a:moveTo>
                  <a:cubicBezTo>
                    <a:pt x="5660" y="0"/>
                    <a:pt x="2271" y="1624"/>
                    <a:pt x="1" y="4412"/>
                  </a:cubicBezTo>
                  <a:lnTo>
                    <a:pt x="18073" y="4412"/>
                  </a:lnTo>
                  <a:cubicBezTo>
                    <a:pt x="18098" y="4412"/>
                    <a:pt x="18122" y="4412"/>
                    <a:pt x="18147" y="4412"/>
                  </a:cubicBezTo>
                  <a:cubicBezTo>
                    <a:pt x="23343" y="4412"/>
                    <a:pt x="28230" y="6879"/>
                    <a:pt x="31310" y="11060"/>
                  </a:cubicBezTo>
                  <a:cubicBezTo>
                    <a:pt x="36581" y="3918"/>
                    <a:pt x="44252" y="4530"/>
                    <a:pt x="44699" y="4412"/>
                  </a:cubicBezTo>
                  <a:lnTo>
                    <a:pt x="46899" y="4412"/>
                  </a:lnTo>
                  <a:lnTo>
                    <a:pt x="4689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4"/>
            <p:cNvSpPr/>
            <p:nvPr/>
          </p:nvSpPr>
          <p:spPr>
            <a:xfrm>
              <a:off x="5253500" y="238125"/>
              <a:ext cx="1889625" cy="886275"/>
            </a:xfrm>
            <a:custGeom>
              <a:avLst/>
              <a:gdLst/>
              <a:ahLst/>
              <a:cxnLst/>
              <a:rect l="l" t="t" r="r" b="b"/>
              <a:pathLst>
                <a:path w="75585" h="35451" extrusionOk="0">
                  <a:moveTo>
                    <a:pt x="24550" y="13381"/>
                  </a:moveTo>
                  <a:cubicBezTo>
                    <a:pt x="25115" y="13381"/>
                    <a:pt x="25680" y="13595"/>
                    <a:pt x="26109" y="14025"/>
                  </a:cubicBezTo>
                  <a:cubicBezTo>
                    <a:pt x="26968" y="14896"/>
                    <a:pt x="26968" y="16284"/>
                    <a:pt x="26109" y="17155"/>
                  </a:cubicBezTo>
                  <a:lnTo>
                    <a:pt x="21697" y="21567"/>
                  </a:lnTo>
                  <a:cubicBezTo>
                    <a:pt x="21268" y="21996"/>
                    <a:pt x="20703" y="22211"/>
                    <a:pt x="20138" y="22211"/>
                  </a:cubicBezTo>
                  <a:cubicBezTo>
                    <a:pt x="19573" y="22211"/>
                    <a:pt x="19009" y="21996"/>
                    <a:pt x="18579" y="21567"/>
                  </a:cubicBezTo>
                  <a:cubicBezTo>
                    <a:pt x="17720" y="20696"/>
                    <a:pt x="17720" y="19308"/>
                    <a:pt x="18579" y="18437"/>
                  </a:cubicBezTo>
                  <a:lnTo>
                    <a:pt x="22991" y="14025"/>
                  </a:lnTo>
                  <a:cubicBezTo>
                    <a:pt x="23421" y="13595"/>
                    <a:pt x="23986" y="13381"/>
                    <a:pt x="24550" y="13381"/>
                  </a:cubicBezTo>
                  <a:close/>
                  <a:moveTo>
                    <a:pt x="51023" y="13381"/>
                  </a:moveTo>
                  <a:cubicBezTo>
                    <a:pt x="51588" y="13381"/>
                    <a:pt x="52153" y="13595"/>
                    <a:pt x="52582" y="14025"/>
                  </a:cubicBezTo>
                  <a:lnTo>
                    <a:pt x="56995" y="18437"/>
                  </a:lnTo>
                  <a:cubicBezTo>
                    <a:pt x="57854" y="19308"/>
                    <a:pt x="57854" y="20696"/>
                    <a:pt x="56995" y="21567"/>
                  </a:cubicBezTo>
                  <a:cubicBezTo>
                    <a:pt x="56565" y="21996"/>
                    <a:pt x="56000" y="22211"/>
                    <a:pt x="55436" y="22211"/>
                  </a:cubicBezTo>
                  <a:cubicBezTo>
                    <a:pt x="54871" y="22211"/>
                    <a:pt x="54306" y="21996"/>
                    <a:pt x="53877" y="21567"/>
                  </a:cubicBezTo>
                  <a:lnTo>
                    <a:pt x="49464" y="17155"/>
                  </a:lnTo>
                  <a:cubicBezTo>
                    <a:pt x="48606" y="16284"/>
                    <a:pt x="48606" y="14896"/>
                    <a:pt x="49464" y="14025"/>
                  </a:cubicBezTo>
                  <a:cubicBezTo>
                    <a:pt x="49894" y="13595"/>
                    <a:pt x="50459" y="13381"/>
                    <a:pt x="51023" y="13381"/>
                  </a:cubicBezTo>
                  <a:close/>
                  <a:moveTo>
                    <a:pt x="37793" y="17802"/>
                  </a:moveTo>
                  <a:cubicBezTo>
                    <a:pt x="39016" y="17802"/>
                    <a:pt x="40005" y="18778"/>
                    <a:pt x="40005" y="20002"/>
                  </a:cubicBezTo>
                  <a:lnTo>
                    <a:pt x="40005" y="24414"/>
                  </a:lnTo>
                  <a:cubicBezTo>
                    <a:pt x="40005" y="25638"/>
                    <a:pt x="39016" y="26614"/>
                    <a:pt x="37793" y="26614"/>
                  </a:cubicBezTo>
                  <a:cubicBezTo>
                    <a:pt x="36569" y="26614"/>
                    <a:pt x="35593" y="25638"/>
                    <a:pt x="35593" y="24414"/>
                  </a:cubicBezTo>
                  <a:lnTo>
                    <a:pt x="35593" y="20002"/>
                  </a:lnTo>
                  <a:cubicBezTo>
                    <a:pt x="35593" y="18778"/>
                    <a:pt x="36569" y="17802"/>
                    <a:pt x="37793" y="17802"/>
                  </a:cubicBezTo>
                  <a:close/>
                  <a:moveTo>
                    <a:pt x="37793" y="0"/>
                  </a:moveTo>
                  <a:cubicBezTo>
                    <a:pt x="18685" y="0"/>
                    <a:pt x="2460" y="14519"/>
                    <a:pt x="154" y="33003"/>
                  </a:cubicBezTo>
                  <a:cubicBezTo>
                    <a:pt x="1" y="34309"/>
                    <a:pt x="1083" y="35451"/>
                    <a:pt x="2378" y="35451"/>
                  </a:cubicBezTo>
                  <a:lnTo>
                    <a:pt x="73208" y="35451"/>
                  </a:lnTo>
                  <a:cubicBezTo>
                    <a:pt x="74514" y="35451"/>
                    <a:pt x="75585" y="34309"/>
                    <a:pt x="75432" y="33003"/>
                  </a:cubicBezTo>
                  <a:cubicBezTo>
                    <a:pt x="73137" y="14519"/>
                    <a:pt x="56900" y="0"/>
                    <a:pt x="377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1" name="Google Shape;361;p24"/>
          <p:cNvGrpSpPr/>
          <p:nvPr/>
        </p:nvGrpSpPr>
        <p:grpSpPr>
          <a:xfrm>
            <a:off x="583201" y="1869842"/>
            <a:ext cx="357689" cy="347177"/>
            <a:chOff x="2652075" y="3639925"/>
            <a:chExt cx="1882575" cy="1827250"/>
          </a:xfrm>
        </p:grpSpPr>
        <p:sp>
          <p:nvSpPr>
            <p:cNvPr id="362" name="Google Shape;362;p24"/>
            <p:cNvSpPr/>
            <p:nvPr/>
          </p:nvSpPr>
          <p:spPr>
            <a:xfrm>
              <a:off x="2716200" y="3639925"/>
              <a:ext cx="628925" cy="694500"/>
            </a:xfrm>
            <a:custGeom>
              <a:avLst/>
              <a:gdLst/>
              <a:ahLst/>
              <a:cxnLst/>
              <a:rect l="l" t="t" r="r" b="b"/>
              <a:pathLst>
                <a:path w="25157" h="27780" extrusionOk="0">
                  <a:moveTo>
                    <a:pt x="5354" y="0"/>
                  </a:moveTo>
                  <a:lnTo>
                    <a:pt x="4519" y="1412"/>
                  </a:lnTo>
                  <a:cubicBezTo>
                    <a:pt x="4342" y="1718"/>
                    <a:pt x="118" y="8919"/>
                    <a:pt x="36" y="16696"/>
                  </a:cubicBezTo>
                  <a:cubicBezTo>
                    <a:pt x="1" y="19367"/>
                    <a:pt x="460" y="21826"/>
                    <a:pt x="1413" y="24003"/>
                  </a:cubicBezTo>
                  <a:cubicBezTo>
                    <a:pt x="2001" y="25356"/>
                    <a:pt x="2766" y="26626"/>
                    <a:pt x="3707" y="27779"/>
                  </a:cubicBezTo>
                  <a:lnTo>
                    <a:pt x="14932" y="27779"/>
                  </a:lnTo>
                  <a:lnTo>
                    <a:pt x="9049" y="14225"/>
                  </a:lnTo>
                  <a:lnTo>
                    <a:pt x="13202" y="12425"/>
                  </a:lnTo>
                  <a:lnTo>
                    <a:pt x="19861" y="27779"/>
                  </a:lnTo>
                  <a:lnTo>
                    <a:pt x="22450" y="27779"/>
                  </a:lnTo>
                  <a:cubicBezTo>
                    <a:pt x="22415" y="27368"/>
                    <a:pt x="22403" y="26956"/>
                    <a:pt x="22426" y="26556"/>
                  </a:cubicBezTo>
                  <a:cubicBezTo>
                    <a:pt x="22497" y="24532"/>
                    <a:pt x="23226" y="22591"/>
                    <a:pt x="24497" y="21026"/>
                  </a:cubicBezTo>
                  <a:lnTo>
                    <a:pt x="24591" y="20920"/>
                  </a:lnTo>
                  <a:cubicBezTo>
                    <a:pt x="24768" y="20708"/>
                    <a:pt x="24956" y="20496"/>
                    <a:pt x="25156" y="20308"/>
                  </a:cubicBezTo>
                  <a:cubicBezTo>
                    <a:pt x="21415" y="17473"/>
                    <a:pt x="20050" y="12484"/>
                    <a:pt x="21826" y="8142"/>
                  </a:cubicBezTo>
                  <a:cubicBezTo>
                    <a:pt x="20156" y="6518"/>
                    <a:pt x="18285" y="5130"/>
                    <a:pt x="16249" y="4024"/>
                  </a:cubicBezTo>
                  <a:cubicBezTo>
                    <a:pt x="13320" y="2389"/>
                    <a:pt x="10202" y="1165"/>
                    <a:pt x="6954" y="365"/>
                  </a:cubicBezTo>
                  <a:lnTo>
                    <a:pt x="53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4"/>
            <p:cNvSpPr/>
            <p:nvPr/>
          </p:nvSpPr>
          <p:spPr>
            <a:xfrm>
              <a:off x="3326275" y="3795950"/>
              <a:ext cx="282400" cy="286975"/>
            </a:xfrm>
            <a:custGeom>
              <a:avLst/>
              <a:gdLst/>
              <a:ahLst/>
              <a:cxnLst/>
              <a:rect l="l" t="t" r="r" b="b"/>
              <a:pathLst>
                <a:path w="11296" h="11479" extrusionOk="0">
                  <a:moveTo>
                    <a:pt x="6994" y="1"/>
                  </a:moveTo>
                  <a:cubicBezTo>
                    <a:pt x="5031" y="1"/>
                    <a:pt x="3085" y="984"/>
                    <a:pt x="1977" y="2866"/>
                  </a:cubicBezTo>
                  <a:cubicBezTo>
                    <a:pt x="0" y="6243"/>
                    <a:pt x="1847" y="10573"/>
                    <a:pt x="5659" y="11479"/>
                  </a:cubicBezTo>
                  <a:cubicBezTo>
                    <a:pt x="5836" y="11443"/>
                    <a:pt x="6024" y="11420"/>
                    <a:pt x="6201" y="11396"/>
                  </a:cubicBezTo>
                  <a:cubicBezTo>
                    <a:pt x="7213" y="9267"/>
                    <a:pt x="8966" y="7608"/>
                    <a:pt x="11142" y="6713"/>
                  </a:cubicBezTo>
                  <a:cubicBezTo>
                    <a:pt x="10813" y="5113"/>
                    <a:pt x="10872" y="3466"/>
                    <a:pt x="11295" y="1901"/>
                  </a:cubicBezTo>
                  <a:cubicBezTo>
                    <a:pt x="10124" y="620"/>
                    <a:pt x="8553" y="1"/>
                    <a:pt x="699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4"/>
            <p:cNvSpPr/>
            <p:nvPr/>
          </p:nvSpPr>
          <p:spPr>
            <a:xfrm>
              <a:off x="3696600" y="3760800"/>
              <a:ext cx="318000" cy="258600"/>
            </a:xfrm>
            <a:custGeom>
              <a:avLst/>
              <a:gdLst/>
              <a:ahLst/>
              <a:cxnLst/>
              <a:rect l="l" t="t" r="r" b="b"/>
              <a:pathLst>
                <a:path w="12720" h="10344" extrusionOk="0">
                  <a:moveTo>
                    <a:pt x="6708" y="0"/>
                  </a:moveTo>
                  <a:cubicBezTo>
                    <a:pt x="6378" y="0"/>
                    <a:pt x="6044" y="27"/>
                    <a:pt x="5707" y="83"/>
                  </a:cubicBezTo>
                  <a:cubicBezTo>
                    <a:pt x="2236" y="660"/>
                    <a:pt x="0" y="4048"/>
                    <a:pt x="824" y="7461"/>
                  </a:cubicBezTo>
                  <a:cubicBezTo>
                    <a:pt x="1400" y="7519"/>
                    <a:pt x="1965" y="7637"/>
                    <a:pt x="2518" y="7802"/>
                  </a:cubicBezTo>
                  <a:cubicBezTo>
                    <a:pt x="4095" y="8272"/>
                    <a:pt x="5518" y="9155"/>
                    <a:pt x="6648" y="10343"/>
                  </a:cubicBezTo>
                  <a:cubicBezTo>
                    <a:pt x="7083" y="10226"/>
                    <a:pt x="7530" y="10131"/>
                    <a:pt x="7989" y="10073"/>
                  </a:cubicBezTo>
                  <a:cubicBezTo>
                    <a:pt x="8954" y="8025"/>
                    <a:pt x="10637" y="6390"/>
                    <a:pt x="12719" y="5484"/>
                  </a:cubicBezTo>
                  <a:cubicBezTo>
                    <a:pt x="12422" y="2330"/>
                    <a:pt x="9766" y="0"/>
                    <a:pt x="67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4"/>
            <p:cNvSpPr/>
            <p:nvPr/>
          </p:nvSpPr>
          <p:spPr>
            <a:xfrm>
              <a:off x="3980450" y="3991375"/>
              <a:ext cx="455350" cy="343050"/>
            </a:xfrm>
            <a:custGeom>
              <a:avLst/>
              <a:gdLst/>
              <a:ahLst/>
              <a:cxnLst/>
              <a:rect l="l" t="t" r="r" b="b"/>
              <a:pathLst>
                <a:path w="18214" h="13722" extrusionOk="0">
                  <a:moveTo>
                    <a:pt x="5126" y="0"/>
                  </a:moveTo>
                  <a:cubicBezTo>
                    <a:pt x="3205" y="0"/>
                    <a:pt x="1451" y="1130"/>
                    <a:pt x="671" y="2897"/>
                  </a:cubicBezTo>
                  <a:cubicBezTo>
                    <a:pt x="565" y="3132"/>
                    <a:pt x="483" y="3379"/>
                    <a:pt x="424" y="3626"/>
                  </a:cubicBezTo>
                  <a:lnTo>
                    <a:pt x="0" y="5274"/>
                  </a:lnTo>
                  <a:cubicBezTo>
                    <a:pt x="294" y="5450"/>
                    <a:pt x="589" y="5626"/>
                    <a:pt x="859" y="5838"/>
                  </a:cubicBezTo>
                  <a:cubicBezTo>
                    <a:pt x="3377" y="7662"/>
                    <a:pt x="4824" y="10615"/>
                    <a:pt x="4718" y="13721"/>
                  </a:cubicBezTo>
                  <a:lnTo>
                    <a:pt x="15719" y="13721"/>
                  </a:lnTo>
                  <a:cubicBezTo>
                    <a:pt x="18214" y="10627"/>
                    <a:pt x="16120" y="6015"/>
                    <a:pt x="12154" y="5862"/>
                  </a:cubicBezTo>
                  <a:lnTo>
                    <a:pt x="12037" y="5862"/>
                  </a:lnTo>
                  <a:lnTo>
                    <a:pt x="10166" y="5827"/>
                  </a:lnTo>
                  <a:lnTo>
                    <a:pt x="9848" y="3991"/>
                  </a:lnTo>
                  <a:cubicBezTo>
                    <a:pt x="9448" y="1814"/>
                    <a:pt x="7636" y="179"/>
                    <a:pt x="5424" y="14"/>
                  </a:cubicBezTo>
                  <a:lnTo>
                    <a:pt x="5271" y="2"/>
                  </a:lnTo>
                  <a:cubicBezTo>
                    <a:pt x="5223" y="1"/>
                    <a:pt x="5174" y="0"/>
                    <a:pt x="512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4"/>
            <p:cNvSpPr/>
            <p:nvPr/>
          </p:nvSpPr>
          <p:spPr>
            <a:xfrm>
              <a:off x="3385675" y="4059600"/>
              <a:ext cx="602150" cy="274825"/>
            </a:xfrm>
            <a:custGeom>
              <a:avLst/>
              <a:gdLst/>
              <a:ahLst/>
              <a:cxnLst/>
              <a:rect l="l" t="t" r="r" b="b"/>
              <a:pathLst>
                <a:path w="24086" h="10993" extrusionOk="0">
                  <a:moveTo>
                    <a:pt x="12364" y="0"/>
                  </a:moveTo>
                  <a:cubicBezTo>
                    <a:pt x="10228" y="0"/>
                    <a:pt x="8173" y="1443"/>
                    <a:pt x="7625" y="3615"/>
                  </a:cubicBezTo>
                  <a:lnTo>
                    <a:pt x="7190" y="5298"/>
                  </a:lnTo>
                  <a:lnTo>
                    <a:pt x="7154" y="5451"/>
                  </a:lnTo>
                  <a:lnTo>
                    <a:pt x="6660" y="5415"/>
                  </a:lnTo>
                  <a:lnTo>
                    <a:pt x="5178" y="5309"/>
                  </a:lnTo>
                  <a:cubicBezTo>
                    <a:pt x="5105" y="5306"/>
                    <a:pt x="5032" y="5304"/>
                    <a:pt x="4960" y="5304"/>
                  </a:cubicBezTo>
                  <a:cubicBezTo>
                    <a:pt x="3521" y="5304"/>
                    <a:pt x="2155" y="5966"/>
                    <a:pt x="1248" y="7086"/>
                  </a:cubicBezTo>
                  <a:lnTo>
                    <a:pt x="1201" y="7145"/>
                  </a:lnTo>
                  <a:cubicBezTo>
                    <a:pt x="354" y="8227"/>
                    <a:pt x="1" y="9628"/>
                    <a:pt x="248" y="10992"/>
                  </a:cubicBezTo>
                  <a:lnTo>
                    <a:pt x="23980" y="10992"/>
                  </a:lnTo>
                  <a:cubicBezTo>
                    <a:pt x="23980" y="10945"/>
                    <a:pt x="23980" y="10910"/>
                    <a:pt x="23980" y="10863"/>
                  </a:cubicBezTo>
                  <a:cubicBezTo>
                    <a:pt x="24085" y="8204"/>
                    <a:pt x="22003" y="5957"/>
                    <a:pt x="19344" y="5851"/>
                  </a:cubicBezTo>
                  <a:lnTo>
                    <a:pt x="19226" y="5851"/>
                  </a:lnTo>
                  <a:lnTo>
                    <a:pt x="17367" y="5815"/>
                  </a:lnTo>
                  <a:lnTo>
                    <a:pt x="17261" y="5251"/>
                  </a:lnTo>
                  <a:cubicBezTo>
                    <a:pt x="17085" y="4203"/>
                    <a:pt x="16955" y="3227"/>
                    <a:pt x="16379" y="2309"/>
                  </a:cubicBezTo>
                  <a:cubicBezTo>
                    <a:pt x="15861" y="1462"/>
                    <a:pt x="15108" y="791"/>
                    <a:pt x="14202" y="380"/>
                  </a:cubicBezTo>
                  <a:cubicBezTo>
                    <a:pt x="13606" y="121"/>
                    <a:pt x="12981" y="0"/>
                    <a:pt x="123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4"/>
            <p:cNvSpPr/>
            <p:nvPr/>
          </p:nvSpPr>
          <p:spPr>
            <a:xfrm>
              <a:off x="2705900" y="4710325"/>
              <a:ext cx="1774625" cy="756850"/>
            </a:xfrm>
            <a:custGeom>
              <a:avLst/>
              <a:gdLst/>
              <a:ahLst/>
              <a:cxnLst/>
              <a:rect l="l" t="t" r="r" b="b"/>
              <a:pathLst>
                <a:path w="70985" h="30274" extrusionOk="0">
                  <a:moveTo>
                    <a:pt x="1" y="0"/>
                  </a:moveTo>
                  <a:cubicBezTo>
                    <a:pt x="907" y="2530"/>
                    <a:pt x="2083" y="4954"/>
                    <a:pt x="3507" y="7224"/>
                  </a:cubicBezTo>
                  <a:cubicBezTo>
                    <a:pt x="6896" y="12637"/>
                    <a:pt x="11602" y="17108"/>
                    <a:pt x="17191" y="20214"/>
                  </a:cubicBezTo>
                  <a:lnTo>
                    <a:pt x="17191" y="30274"/>
                  </a:lnTo>
                  <a:lnTo>
                    <a:pt x="53794" y="30274"/>
                  </a:lnTo>
                  <a:lnTo>
                    <a:pt x="53794" y="20214"/>
                  </a:lnTo>
                  <a:cubicBezTo>
                    <a:pt x="59383" y="17108"/>
                    <a:pt x="64089" y="12637"/>
                    <a:pt x="67478" y="7224"/>
                  </a:cubicBezTo>
                  <a:cubicBezTo>
                    <a:pt x="68902" y="4954"/>
                    <a:pt x="70078" y="2530"/>
                    <a:pt x="709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4"/>
            <p:cNvSpPr/>
            <p:nvPr/>
          </p:nvSpPr>
          <p:spPr>
            <a:xfrm>
              <a:off x="2652075" y="4447650"/>
              <a:ext cx="1882575" cy="149450"/>
            </a:xfrm>
            <a:custGeom>
              <a:avLst/>
              <a:gdLst/>
              <a:ahLst/>
              <a:cxnLst/>
              <a:rect l="l" t="t" r="r" b="b"/>
              <a:pathLst>
                <a:path w="75303" h="5978" extrusionOk="0">
                  <a:moveTo>
                    <a:pt x="1" y="0"/>
                  </a:moveTo>
                  <a:cubicBezTo>
                    <a:pt x="118" y="2012"/>
                    <a:pt x="401" y="4012"/>
                    <a:pt x="836" y="5977"/>
                  </a:cubicBezTo>
                  <a:lnTo>
                    <a:pt x="74455" y="5977"/>
                  </a:lnTo>
                  <a:cubicBezTo>
                    <a:pt x="74902" y="4012"/>
                    <a:pt x="75185" y="2012"/>
                    <a:pt x="7530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201427" y="246815"/>
            <a:ext cx="5942573" cy="4740465"/>
          </a:xfrm>
          <a:solidFill>
            <a:schemeClr val="accent1"/>
          </a:solidFill>
        </p:spPr>
        <p:txBody>
          <a:bodyPr/>
          <a:lstStyle/>
          <a:p>
            <a:pPr algn="just"/>
            <a:endParaRPr lang="fr-FR" dirty="0" smtClean="0"/>
          </a:p>
          <a:p>
            <a:pPr algn="just"/>
            <a:endParaRPr lang="fr-FR" dirty="0" smtClean="0"/>
          </a:p>
          <a:p>
            <a:pPr algn="just"/>
            <a:endParaRPr lang="fr-FR" dirty="0"/>
          </a:p>
          <a:p>
            <a:pPr algn="just"/>
            <a:endParaRPr lang="fr-FR" dirty="0" smtClean="0"/>
          </a:p>
          <a:p>
            <a:pPr algn="just"/>
            <a:endParaRPr lang="fr-FR" dirty="0"/>
          </a:p>
          <a:p>
            <a:pPr algn="just"/>
            <a:endParaRPr lang="fr-FR" dirty="0" smtClean="0"/>
          </a:p>
          <a:p>
            <a:pPr algn="just"/>
            <a:r>
              <a:rPr lang="en-US" dirty="0">
                <a:solidFill>
                  <a:srgbClr val="002060"/>
                </a:solidFill>
              </a:rPr>
              <a:t>In short, web developers build and maintain websites</a:t>
            </a:r>
            <a:r>
              <a:rPr lang="en-US" dirty="0" smtClean="0">
                <a:solidFill>
                  <a:srgbClr val="002060"/>
                </a:solidFill>
              </a:rPr>
              <a:t>.</a:t>
            </a:r>
          </a:p>
          <a:p>
            <a:pPr algn="just"/>
            <a:endParaRPr lang="en-US" dirty="0">
              <a:solidFill>
                <a:srgbClr val="002060"/>
              </a:solidFill>
            </a:endParaRPr>
          </a:p>
          <a:p>
            <a:pPr algn="just"/>
            <a:r>
              <a:rPr lang="en-US" dirty="0">
                <a:solidFill>
                  <a:srgbClr val="002060"/>
                </a:solidFill>
              </a:rPr>
              <a:t>Web developers often work for clients who are trying to get their product or service </a:t>
            </a:r>
            <a:r>
              <a:rPr lang="en-US" dirty="0" smtClean="0">
                <a:solidFill>
                  <a:srgbClr val="002060"/>
                </a:solidFill>
              </a:rPr>
              <a:t>onto </a:t>
            </a:r>
            <a:r>
              <a:rPr lang="en-US" dirty="0">
                <a:solidFill>
                  <a:srgbClr val="002060"/>
                </a:solidFill>
              </a:rPr>
              <a:t>the </a:t>
            </a:r>
            <a:endParaRPr lang="en-US" dirty="0" smtClean="0">
              <a:solidFill>
                <a:srgbClr val="002060"/>
              </a:solidFill>
            </a:endParaRPr>
          </a:p>
          <a:p>
            <a:pPr algn="just"/>
            <a:r>
              <a:rPr lang="en-US" dirty="0" smtClean="0">
                <a:solidFill>
                  <a:srgbClr val="002060"/>
                </a:solidFill>
              </a:rPr>
              <a:t>web</a:t>
            </a:r>
            <a:r>
              <a:rPr lang="en-US" dirty="0">
                <a:solidFill>
                  <a:srgbClr val="002060"/>
                </a:solidFill>
              </a:rPr>
              <a:t>. </a:t>
            </a:r>
            <a:r>
              <a:rPr lang="en-US" dirty="0" smtClean="0">
                <a:solidFill>
                  <a:srgbClr val="002060"/>
                </a:solidFill>
              </a:rPr>
              <a:t>The work </a:t>
            </a:r>
            <a:r>
              <a:rPr lang="en-US" dirty="0">
                <a:solidFill>
                  <a:srgbClr val="002060"/>
                </a:solidFill>
              </a:rPr>
              <a:t>is typically very project focused and involves collaborating with </a:t>
            </a:r>
            <a:r>
              <a:rPr lang="en-US" dirty="0" smtClean="0">
                <a:solidFill>
                  <a:srgbClr val="002060"/>
                </a:solidFill>
              </a:rPr>
              <a:t>a </a:t>
            </a:r>
            <a:r>
              <a:rPr lang="en-US" dirty="0">
                <a:solidFill>
                  <a:srgbClr val="002060"/>
                </a:solidFill>
              </a:rPr>
              <a:t>team that </a:t>
            </a:r>
            <a:endParaRPr lang="en-US" dirty="0" smtClean="0">
              <a:solidFill>
                <a:srgbClr val="002060"/>
              </a:solidFill>
            </a:endParaRPr>
          </a:p>
          <a:p>
            <a:pPr algn="just"/>
            <a:r>
              <a:rPr lang="en-US" dirty="0" smtClean="0">
                <a:solidFill>
                  <a:srgbClr val="002060"/>
                </a:solidFill>
              </a:rPr>
              <a:t>helps </a:t>
            </a:r>
            <a:r>
              <a:rPr lang="en-US" dirty="0">
                <a:solidFill>
                  <a:srgbClr val="002060"/>
                </a:solidFill>
              </a:rPr>
              <a:t>to coordinate the </a:t>
            </a:r>
            <a:r>
              <a:rPr lang="en-US" dirty="0" smtClean="0">
                <a:solidFill>
                  <a:srgbClr val="002060"/>
                </a:solidFill>
              </a:rPr>
              <a:t>client’s </a:t>
            </a:r>
            <a:r>
              <a:rPr lang="en-US" dirty="0">
                <a:solidFill>
                  <a:srgbClr val="002060"/>
                </a:solidFill>
              </a:rPr>
              <a:t>needs into the end product. The client could </a:t>
            </a:r>
            <a:r>
              <a:rPr lang="en-US" dirty="0" smtClean="0">
                <a:solidFill>
                  <a:srgbClr val="002060"/>
                </a:solidFill>
              </a:rPr>
              <a:t>be </a:t>
            </a:r>
            <a:r>
              <a:rPr lang="en-US" dirty="0">
                <a:solidFill>
                  <a:srgbClr val="002060"/>
                </a:solidFill>
              </a:rPr>
              <a:t>a </a:t>
            </a:r>
            <a:r>
              <a:rPr lang="en-US" dirty="0" smtClean="0">
                <a:solidFill>
                  <a:srgbClr val="002060"/>
                </a:solidFill>
              </a:rPr>
              <a:t>tech </a:t>
            </a:r>
          </a:p>
          <a:p>
            <a:pPr algn="just"/>
            <a:r>
              <a:rPr lang="en-US" dirty="0" smtClean="0">
                <a:solidFill>
                  <a:srgbClr val="002060"/>
                </a:solidFill>
              </a:rPr>
              <a:t>company</a:t>
            </a:r>
            <a:r>
              <a:rPr lang="en-US" dirty="0">
                <a:solidFill>
                  <a:srgbClr val="002060"/>
                </a:solidFill>
              </a:rPr>
              <a:t>, an organization, or a </a:t>
            </a:r>
            <a:r>
              <a:rPr lang="en-US" dirty="0" smtClean="0">
                <a:solidFill>
                  <a:srgbClr val="002060"/>
                </a:solidFill>
              </a:rPr>
              <a:t>government. The work could involve </a:t>
            </a:r>
            <a:r>
              <a:rPr lang="en-US" b="1" dirty="0" smtClean="0">
                <a:solidFill>
                  <a:srgbClr val="002060"/>
                </a:solidFill>
              </a:rPr>
              <a:t>front-end</a:t>
            </a:r>
            <a:r>
              <a:rPr lang="en-US" dirty="0" smtClean="0">
                <a:solidFill>
                  <a:srgbClr val="002060"/>
                </a:solidFill>
              </a:rPr>
              <a:t>, </a:t>
            </a:r>
            <a:r>
              <a:rPr lang="en-US" b="1" dirty="0" smtClean="0">
                <a:solidFill>
                  <a:srgbClr val="002060"/>
                </a:solidFill>
              </a:rPr>
              <a:t>back-end</a:t>
            </a:r>
            <a:r>
              <a:rPr lang="en-US" dirty="0" smtClean="0">
                <a:solidFill>
                  <a:srgbClr val="002060"/>
                </a:solidFill>
              </a:rPr>
              <a:t>, </a:t>
            </a:r>
          </a:p>
          <a:p>
            <a:pPr algn="just"/>
            <a:r>
              <a:rPr lang="en-US" dirty="0" smtClean="0">
                <a:solidFill>
                  <a:srgbClr val="002060"/>
                </a:solidFill>
              </a:rPr>
              <a:t>or </a:t>
            </a:r>
            <a:r>
              <a:rPr lang="en-US" b="1" dirty="0" smtClean="0">
                <a:solidFill>
                  <a:srgbClr val="002060"/>
                </a:solidFill>
              </a:rPr>
              <a:t>full-stack web development</a:t>
            </a:r>
            <a:r>
              <a:rPr lang="en-US" dirty="0" smtClean="0">
                <a:solidFill>
                  <a:srgbClr val="002060"/>
                </a:solidFill>
              </a:rPr>
              <a:t>.</a:t>
            </a:r>
          </a:p>
          <a:p>
            <a:pPr algn="just"/>
            <a:endParaRPr lang="en-US" dirty="0">
              <a:solidFill>
                <a:srgbClr val="002060"/>
              </a:solidFill>
            </a:endParaRPr>
          </a:p>
          <a:p>
            <a:pPr algn="just"/>
            <a:r>
              <a:rPr lang="en-US" dirty="0">
                <a:solidFill>
                  <a:srgbClr val="002060"/>
                </a:solidFill>
              </a:rPr>
              <a:t>Web development could be a good profession for you if you like solving logical </a:t>
            </a:r>
            <a:r>
              <a:rPr lang="en-US" dirty="0" smtClean="0">
                <a:solidFill>
                  <a:srgbClr val="002060"/>
                </a:solidFill>
              </a:rPr>
              <a:t>problems</a:t>
            </a:r>
            <a:r>
              <a:rPr lang="en-US" dirty="0">
                <a:solidFill>
                  <a:srgbClr val="002060"/>
                </a:solidFill>
              </a:rPr>
              <a:t>, </a:t>
            </a:r>
            <a:endParaRPr lang="en-US" dirty="0" smtClean="0">
              <a:solidFill>
                <a:srgbClr val="002060"/>
              </a:solidFill>
            </a:endParaRPr>
          </a:p>
          <a:p>
            <a:pPr algn="just"/>
            <a:r>
              <a:rPr lang="en-US" dirty="0" smtClean="0">
                <a:solidFill>
                  <a:srgbClr val="002060"/>
                </a:solidFill>
              </a:rPr>
              <a:t>building </a:t>
            </a:r>
            <a:r>
              <a:rPr lang="en-US" dirty="0">
                <a:solidFill>
                  <a:srgbClr val="002060"/>
                </a:solidFill>
              </a:rPr>
              <a:t>useful </a:t>
            </a:r>
            <a:r>
              <a:rPr lang="en-US" dirty="0" smtClean="0">
                <a:solidFill>
                  <a:srgbClr val="002060"/>
                </a:solidFill>
              </a:rPr>
              <a:t>things</a:t>
            </a:r>
            <a:r>
              <a:rPr lang="en-US" dirty="0">
                <a:solidFill>
                  <a:srgbClr val="002060"/>
                </a:solidFill>
              </a:rPr>
              <a:t>, and experimenting with new technologies. </a:t>
            </a:r>
            <a:endParaRPr lang="en-US" dirty="0" smtClean="0">
              <a:solidFill>
                <a:srgbClr val="002060"/>
              </a:solidFill>
            </a:endParaRPr>
          </a:p>
          <a:p>
            <a:pPr algn="just"/>
            <a:endParaRPr lang="en-US" dirty="0">
              <a:solidFill>
                <a:srgbClr val="002060"/>
              </a:solidFill>
            </a:endParaRPr>
          </a:p>
          <a:p>
            <a:r>
              <a:rPr lang="en-US" dirty="0" smtClean="0">
                <a:solidFill>
                  <a:srgbClr val="002060"/>
                </a:solidFill>
              </a:rPr>
              <a:t>We can mention 3 types of web developers:</a:t>
            </a:r>
          </a:p>
          <a:p>
            <a:pPr>
              <a:buFont typeface="Arial" panose="020B0604020202020204" pitchFamily="34" charset="0"/>
              <a:buChar char="•"/>
            </a:pPr>
            <a:r>
              <a:rPr lang="en-US" b="1" dirty="0" smtClean="0">
                <a:solidFill>
                  <a:srgbClr val="002060"/>
                </a:solidFill>
              </a:rPr>
              <a:t>The</a:t>
            </a:r>
            <a:r>
              <a:rPr lang="en-US" dirty="0">
                <a:solidFill>
                  <a:srgbClr val="002060"/>
                </a:solidFill>
              </a:rPr>
              <a:t> </a:t>
            </a:r>
            <a:r>
              <a:rPr lang="en-US" b="1" dirty="0">
                <a:solidFill>
                  <a:srgbClr val="002060"/>
                </a:solidFill>
              </a:rPr>
              <a:t>front end</a:t>
            </a:r>
            <a:r>
              <a:rPr lang="en-US" dirty="0">
                <a:solidFill>
                  <a:srgbClr val="002060"/>
                </a:solidFill>
              </a:rPr>
              <a:t> is the stuff you see on the website in your </a:t>
            </a:r>
            <a:r>
              <a:rPr lang="en-US" dirty="0" smtClean="0">
                <a:solidFill>
                  <a:srgbClr val="002060"/>
                </a:solidFill>
              </a:rPr>
              <a:t>browser. </a:t>
            </a:r>
            <a:r>
              <a:rPr lang="en-US" dirty="0">
                <a:solidFill>
                  <a:srgbClr val="002060"/>
                </a:solidFill>
              </a:rPr>
              <a:t>Front-end </a:t>
            </a:r>
            <a:endParaRPr lang="en-US" dirty="0" smtClean="0">
              <a:solidFill>
                <a:srgbClr val="002060"/>
              </a:solidFill>
            </a:endParaRPr>
          </a:p>
          <a:p>
            <a:pPr marL="114300" indent="0"/>
            <a:r>
              <a:rPr lang="en-US" dirty="0" smtClean="0">
                <a:solidFill>
                  <a:srgbClr val="002060"/>
                </a:solidFill>
              </a:rPr>
              <a:t>developers </a:t>
            </a:r>
            <a:r>
              <a:rPr lang="en-US" dirty="0">
                <a:solidFill>
                  <a:srgbClr val="002060"/>
                </a:solidFill>
              </a:rPr>
              <a:t>use HTML, CSS, JavaScript, and their relevant frameworks to ensure that content is presented effectively and that users have an excellent experience.</a:t>
            </a:r>
          </a:p>
          <a:p>
            <a:pPr>
              <a:buFont typeface="Arial" panose="020B0604020202020204" pitchFamily="34" charset="0"/>
              <a:buChar char="•"/>
            </a:pPr>
            <a:r>
              <a:rPr lang="en-US" b="1" dirty="0">
                <a:solidFill>
                  <a:srgbClr val="002060"/>
                </a:solidFill>
              </a:rPr>
              <a:t>The</a:t>
            </a:r>
            <a:r>
              <a:rPr lang="en-US" dirty="0">
                <a:solidFill>
                  <a:srgbClr val="002060"/>
                </a:solidFill>
              </a:rPr>
              <a:t> </a:t>
            </a:r>
            <a:r>
              <a:rPr lang="en-US" b="1" dirty="0">
                <a:solidFill>
                  <a:srgbClr val="002060"/>
                </a:solidFill>
              </a:rPr>
              <a:t>back end</a:t>
            </a:r>
            <a:r>
              <a:rPr lang="en-US" dirty="0">
                <a:solidFill>
                  <a:srgbClr val="002060"/>
                </a:solidFill>
              </a:rPr>
              <a:t> refers to the guts of the application, which live on the server. The </a:t>
            </a:r>
            <a:r>
              <a:rPr lang="en-US" dirty="0" smtClean="0">
                <a:solidFill>
                  <a:srgbClr val="002060"/>
                </a:solidFill>
              </a:rPr>
              <a:t>back </a:t>
            </a:r>
          </a:p>
          <a:p>
            <a:pPr marL="114300" indent="0"/>
            <a:r>
              <a:rPr lang="en-US" dirty="0" smtClean="0">
                <a:solidFill>
                  <a:srgbClr val="002060"/>
                </a:solidFill>
              </a:rPr>
              <a:t>end </a:t>
            </a:r>
            <a:r>
              <a:rPr lang="en-US" dirty="0">
                <a:solidFill>
                  <a:srgbClr val="002060"/>
                </a:solidFill>
              </a:rPr>
              <a:t>stores and serves program data to ensure that the front end has what it needs. This process can become very complicated when a website has millions of users. Back-end developers use programming languages like </a:t>
            </a:r>
            <a:r>
              <a:rPr lang="en-US" b="1" dirty="0">
                <a:solidFill>
                  <a:srgbClr val="002060"/>
                </a:solidFill>
              </a:rPr>
              <a:t>Java</a:t>
            </a:r>
            <a:r>
              <a:rPr lang="en-US" dirty="0">
                <a:solidFill>
                  <a:srgbClr val="002060"/>
                </a:solidFill>
              </a:rPr>
              <a:t>, </a:t>
            </a:r>
            <a:r>
              <a:rPr lang="en-US" b="1" dirty="0">
                <a:solidFill>
                  <a:srgbClr val="002060"/>
                </a:solidFill>
              </a:rPr>
              <a:t>Python</a:t>
            </a:r>
            <a:r>
              <a:rPr lang="en-US" dirty="0">
                <a:solidFill>
                  <a:srgbClr val="002060"/>
                </a:solidFill>
              </a:rPr>
              <a:t>, and </a:t>
            </a:r>
            <a:r>
              <a:rPr lang="en-US" b="1" dirty="0">
                <a:solidFill>
                  <a:srgbClr val="002060"/>
                </a:solidFill>
              </a:rPr>
              <a:t>Ruby</a:t>
            </a:r>
            <a:r>
              <a:rPr lang="en-US" dirty="0">
                <a:solidFill>
                  <a:srgbClr val="002060"/>
                </a:solidFill>
              </a:rPr>
              <a:t> to work with data.</a:t>
            </a:r>
          </a:p>
          <a:p>
            <a:r>
              <a:rPr lang="en-US" b="1" dirty="0">
                <a:solidFill>
                  <a:srgbClr val="002060"/>
                </a:solidFill>
              </a:rPr>
              <a:t>Full-stack developers</a:t>
            </a:r>
            <a:r>
              <a:rPr lang="en-US" dirty="0">
                <a:solidFill>
                  <a:srgbClr val="002060"/>
                </a:solidFill>
              </a:rPr>
              <a:t> are comfortable working with both the front and back ends.</a:t>
            </a:r>
          </a:p>
          <a:p>
            <a:pPr algn="just"/>
            <a:endParaRPr lang="fr-FR" dirty="0" smtClean="0">
              <a:solidFill>
                <a:srgbClr val="002060"/>
              </a:solidFill>
            </a:endParaRPr>
          </a:p>
          <a:p>
            <a:pPr algn="just"/>
            <a:endParaRPr lang="fr-FR" dirty="0">
              <a:solidFill>
                <a:srgbClr val="002060"/>
              </a:solidFill>
            </a:endParaRPr>
          </a:p>
          <a:p>
            <a:pPr algn="just"/>
            <a:endParaRPr lang="fr-FR" dirty="0" smtClean="0">
              <a:solidFill>
                <a:srgbClr val="002060"/>
              </a:solidFill>
            </a:endParaRPr>
          </a:p>
          <a:p>
            <a:pPr algn="just"/>
            <a:endParaRPr lang="fr-FR" dirty="0">
              <a:solidFill>
                <a:srgbClr val="002060"/>
              </a:solidFill>
            </a:endParaRPr>
          </a:p>
          <a:p>
            <a:pPr algn="just"/>
            <a:endParaRPr lang="fr-FR" dirty="0" smtClean="0">
              <a:solidFill>
                <a:srgbClr val="002060"/>
              </a:solidFill>
            </a:endParaRPr>
          </a:p>
          <a:p>
            <a:pPr algn="just"/>
            <a:endParaRPr lang="fr-FR" dirty="0">
              <a:solidFill>
                <a:srgbClr val="002060"/>
              </a:solidFill>
            </a:endParaRPr>
          </a:p>
          <a:p>
            <a:pPr algn="just"/>
            <a:endParaRPr lang="fr-FR" dirty="0" smtClean="0">
              <a:solidFill>
                <a:srgbClr val="002060"/>
              </a:solidFill>
            </a:endParaRPr>
          </a:p>
          <a:p>
            <a:pPr algn="just"/>
            <a:endParaRPr lang="fr-FR" dirty="0">
              <a:solidFill>
                <a:srgbClr val="002060"/>
              </a:solidFill>
            </a:endParaRPr>
          </a:p>
        </p:txBody>
      </p:sp>
      <p:grpSp>
        <p:nvGrpSpPr>
          <p:cNvPr id="4" name="Google Shape;1124;p38"/>
          <p:cNvGrpSpPr/>
          <p:nvPr/>
        </p:nvGrpSpPr>
        <p:grpSpPr>
          <a:xfrm flipH="1">
            <a:off x="-4211386" y="-223977"/>
            <a:ext cx="7324051" cy="5378088"/>
            <a:chOff x="238125" y="262775"/>
            <a:chExt cx="7092825" cy="5151425"/>
          </a:xfrm>
        </p:grpSpPr>
        <p:sp>
          <p:nvSpPr>
            <p:cNvPr id="5" name="Google Shape;1125;p38"/>
            <p:cNvSpPr/>
            <p:nvPr/>
          </p:nvSpPr>
          <p:spPr>
            <a:xfrm>
              <a:off x="4565450" y="4835675"/>
              <a:ext cx="850200" cy="445800"/>
            </a:xfrm>
            <a:custGeom>
              <a:avLst/>
              <a:gdLst/>
              <a:ahLst/>
              <a:cxnLst/>
              <a:rect l="l" t="t" r="r" b="b"/>
              <a:pathLst>
                <a:path w="34008" h="17832" extrusionOk="0">
                  <a:moveTo>
                    <a:pt x="4203" y="0"/>
                  </a:moveTo>
                  <a:cubicBezTo>
                    <a:pt x="1847" y="0"/>
                    <a:pt x="0" y="1847"/>
                    <a:pt x="0" y="4203"/>
                  </a:cubicBezTo>
                  <a:lnTo>
                    <a:pt x="0" y="13629"/>
                  </a:lnTo>
                  <a:cubicBezTo>
                    <a:pt x="0" y="15921"/>
                    <a:pt x="1847" y="17832"/>
                    <a:pt x="4203" y="17832"/>
                  </a:cubicBezTo>
                  <a:lnTo>
                    <a:pt x="29804" y="17832"/>
                  </a:lnTo>
                  <a:cubicBezTo>
                    <a:pt x="32160" y="17832"/>
                    <a:pt x="34007" y="15921"/>
                    <a:pt x="34007" y="13629"/>
                  </a:cubicBezTo>
                  <a:lnTo>
                    <a:pt x="34007" y="4203"/>
                  </a:lnTo>
                  <a:cubicBezTo>
                    <a:pt x="34007" y="1847"/>
                    <a:pt x="32160" y="0"/>
                    <a:pt x="298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126;p38"/>
            <p:cNvSpPr/>
            <p:nvPr/>
          </p:nvSpPr>
          <p:spPr>
            <a:xfrm>
              <a:off x="5848675" y="1425000"/>
              <a:ext cx="423525" cy="132575"/>
            </a:xfrm>
            <a:custGeom>
              <a:avLst/>
              <a:gdLst/>
              <a:ahLst/>
              <a:cxnLst/>
              <a:rect l="l" t="t" r="r" b="b"/>
              <a:pathLst>
                <a:path w="16941" h="5303" extrusionOk="0">
                  <a:moveTo>
                    <a:pt x="8470" y="0"/>
                  </a:moveTo>
                  <a:cubicBezTo>
                    <a:pt x="5413" y="0"/>
                    <a:pt x="2357" y="1131"/>
                    <a:pt x="0" y="3392"/>
                  </a:cubicBezTo>
                  <a:lnTo>
                    <a:pt x="1783" y="5302"/>
                  </a:lnTo>
                  <a:cubicBezTo>
                    <a:pt x="3662" y="3487"/>
                    <a:pt x="6082" y="2580"/>
                    <a:pt x="8502" y="2580"/>
                  </a:cubicBezTo>
                  <a:cubicBezTo>
                    <a:pt x="10922" y="2580"/>
                    <a:pt x="13342" y="3487"/>
                    <a:pt x="15221" y="5302"/>
                  </a:cubicBezTo>
                  <a:lnTo>
                    <a:pt x="16940" y="3392"/>
                  </a:lnTo>
                  <a:cubicBezTo>
                    <a:pt x="14584" y="1131"/>
                    <a:pt x="11527" y="0"/>
                    <a:pt x="84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127;p38"/>
            <p:cNvSpPr/>
            <p:nvPr/>
          </p:nvSpPr>
          <p:spPr>
            <a:xfrm>
              <a:off x="5941025" y="1557925"/>
              <a:ext cx="238825" cy="95175"/>
            </a:xfrm>
            <a:custGeom>
              <a:avLst/>
              <a:gdLst/>
              <a:ahLst/>
              <a:cxnLst/>
              <a:rect l="l" t="t" r="r" b="b"/>
              <a:pathLst>
                <a:path w="9553" h="3807" extrusionOk="0">
                  <a:moveTo>
                    <a:pt x="4752" y="1"/>
                  </a:moveTo>
                  <a:cubicBezTo>
                    <a:pt x="3025" y="1"/>
                    <a:pt x="1306" y="654"/>
                    <a:pt x="0" y="1959"/>
                  </a:cubicBezTo>
                  <a:lnTo>
                    <a:pt x="1783" y="3806"/>
                  </a:lnTo>
                  <a:cubicBezTo>
                    <a:pt x="2611" y="3010"/>
                    <a:pt x="3678" y="2612"/>
                    <a:pt x="4744" y="2612"/>
                  </a:cubicBezTo>
                  <a:cubicBezTo>
                    <a:pt x="5811" y="2612"/>
                    <a:pt x="6878" y="3010"/>
                    <a:pt x="7706" y="3806"/>
                  </a:cubicBezTo>
                  <a:lnTo>
                    <a:pt x="9553" y="1959"/>
                  </a:lnTo>
                  <a:cubicBezTo>
                    <a:pt x="8215" y="654"/>
                    <a:pt x="6480" y="1"/>
                    <a:pt x="47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128;p38"/>
            <p:cNvSpPr/>
            <p:nvPr/>
          </p:nvSpPr>
          <p:spPr>
            <a:xfrm>
              <a:off x="6009475" y="1680125"/>
              <a:ext cx="119425" cy="102525"/>
            </a:xfrm>
            <a:custGeom>
              <a:avLst/>
              <a:gdLst/>
              <a:ahLst/>
              <a:cxnLst/>
              <a:rect l="l" t="t" r="r" b="b"/>
              <a:pathLst>
                <a:path w="4777" h="4101" extrusionOk="0">
                  <a:moveTo>
                    <a:pt x="2038" y="1"/>
                  </a:moveTo>
                  <a:cubicBezTo>
                    <a:pt x="892" y="1"/>
                    <a:pt x="0" y="892"/>
                    <a:pt x="0" y="2039"/>
                  </a:cubicBezTo>
                  <a:cubicBezTo>
                    <a:pt x="0" y="3288"/>
                    <a:pt x="992" y="4101"/>
                    <a:pt x="2047" y="4101"/>
                  </a:cubicBezTo>
                  <a:cubicBezTo>
                    <a:pt x="2552" y="4101"/>
                    <a:pt x="3071" y="3915"/>
                    <a:pt x="3503" y="3503"/>
                  </a:cubicBezTo>
                  <a:cubicBezTo>
                    <a:pt x="4777" y="2166"/>
                    <a:pt x="3885" y="1"/>
                    <a:pt x="20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129;p38"/>
            <p:cNvSpPr/>
            <p:nvPr/>
          </p:nvSpPr>
          <p:spPr>
            <a:xfrm>
              <a:off x="5753150" y="1286475"/>
              <a:ext cx="614575" cy="170775"/>
            </a:xfrm>
            <a:custGeom>
              <a:avLst/>
              <a:gdLst/>
              <a:ahLst/>
              <a:cxnLst/>
              <a:rect l="l" t="t" r="r" b="b"/>
              <a:pathLst>
                <a:path w="24583" h="6831" extrusionOk="0">
                  <a:moveTo>
                    <a:pt x="12291" y="1"/>
                  </a:moveTo>
                  <a:cubicBezTo>
                    <a:pt x="7865" y="1"/>
                    <a:pt x="3439" y="1641"/>
                    <a:pt x="0" y="4920"/>
                  </a:cubicBezTo>
                  <a:lnTo>
                    <a:pt x="1783" y="6831"/>
                  </a:lnTo>
                  <a:cubicBezTo>
                    <a:pt x="4713" y="3997"/>
                    <a:pt x="8502" y="2580"/>
                    <a:pt x="12291" y="2580"/>
                  </a:cubicBezTo>
                  <a:cubicBezTo>
                    <a:pt x="16081" y="2580"/>
                    <a:pt x="19870" y="3997"/>
                    <a:pt x="22799" y="6831"/>
                  </a:cubicBezTo>
                  <a:lnTo>
                    <a:pt x="24582" y="4920"/>
                  </a:lnTo>
                  <a:cubicBezTo>
                    <a:pt x="21143" y="1641"/>
                    <a:pt x="16717" y="1"/>
                    <a:pt x="122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130;p38"/>
            <p:cNvSpPr/>
            <p:nvPr/>
          </p:nvSpPr>
          <p:spPr>
            <a:xfrm>
              <a:off x="1997375" y="1099025"/>
              <a:ext cx="3593400" cy="4136275"/>
            </a:xfrm>
            <a:custGeom>
              <a:avLst/>
              <a:gdLst/>
              <a:ahLst/>
              <a:cxnLst/>
              <a:rect l="l" t="t" r="r" b="b"/>
              <a:pathLst>
                <a:path w="143736" h="165451" extrusionOk="0">
                  <a:moveTo>
                    <a:pt x="75084" y="96481"/>
                  </a:moveTo>
                  <a:cubicBezTo>
                    <a:pt x="75020" y="96545"/>
                    <a:pt x="74957" y="96609"/>
                    <a:pt x="74893" y="96609"/>
                  </a:cubicBezTo>
                  <a:cubicBezTo>
                    <a:pt x="74957" y="96545"/>
                    <a:pt x="75020" y="96545"/>
                    <a:pt x="75084" y="96481"/>
                  </a:cubicBezTo>
                  <a:close/>
                  <a:moveTo>
                    <a:pt x="74000" y="97376"/>
                  </a:moveTo>
                  <a:cubicBezTo>
                    <a:pt x="73937" y="97501"/>
                    <a:pt x="73874" y="97565"/>
                    <a:pt x="73874" y="97691"/>
                  </a:cubicBezTo>
                  <a:lnTo>
                    <a:pt x="73874" y="97628"/>
                  </a:lnTo>
                  <a:cubicBezTo>
                    <a:pt x="73874" y="97564"/>
                    <a:pt x="73937" y="97501"/>
                    <a:pt x="74000" y="97376"/>
                  </a:cubicBezTo>
                  <a:close/>
                  <a:moveTo>
                    <a:pt x="73618" y="98331"/>
                  </a:moveTo>
                  <a:lnTo>
                    <a:pt x="73618" y="98331"/>
                  </a:lnTo>
                  <a:cubicBezTo>
                    <a:pt x="73556" y="98458"/>
                    <a:pt x="73556" y="98648"/>
                    <a:pt x="73556" y="98838"/>
                  </a:cubicBezTo>
                  <a:lnTo>
                    <a:pt x="73556" y="98774"/>
                  </a:lnTo>
                  <a:cubicBezTo>
                    <a:pt x="73556" y="98648"/>
                    <a:pt x="73556" y="98458"/>
                    <a:pt x="73618" y="98331"/>
                  </a:cubicBezTo>
                  <a:close/>
                  <a:moveTo>
                    <a:pt x="87375" y="108709"/>
                  </a:moveTo>
                  <a:cubicBezTo>
                    <a:pt x="87311" y="108709"/>
                    <a:pt x="87248" y="108772"/>
                    <a:pt x="87184" y="108836"/>
                  </a:cubicBezTo>
                  <a:lnTo>
                    <a:pt x="87120" y="108772"/>
                  </a:lnTo>
                  <a:cubicBezTo>
                    <a:pt x="87184" y="108772"/>
                    <a:pt x="87311" y="108709"/>
                    <a:pt x="87375" y="108709"/>
                  </a:cubicBezTo>
                  <a:close/>
                  <a:moveTo>
                    <a:pt x="86929" y="108836"/>
                  </a:moveTo>
                  <a:cubicBezTo>
                    <a:pt x="86866" y="108900"/>
                    <a:pt x="86802" y="108963"/>
                    <a:pt x="86738" y="108963"/>
                  </a:cubicBezTo>
                  <a:lnTo>
                    <a:pt x="86675" y="108963"/>
                  </a:lnTo>
                  <a:cubicBezTo>
                    <a:pt x="86738" y="108963"/>
                    <a:pt x="86802" y="108900"/>
                    <a:pt x="86929" y="108836"/>
                  </a:cubicBezTo>
                  <a:close/>
                  <a:moveTo>
                    <a:pt x="85783" y="109728"/>
                  </a:moveTo>
                  <a:cubicBezTo>
                    <a:pt x="85783" y="109855"/>
                    <a:pt x="85719" y="109919"/>
                    <a:pt x="85719" y="110046"/>
                  </a:cubicBezTo>
                  <a:lnTo>
                    <a:pt x="85656" y="110046"/>
                  </a:lnTo>
                  <a:cubicBezTo>
                    <a:pt x="85719" y="109919"/>
                    <a:pt x="85719" y="109855"/>
                    <a:pt x="85783" y="109728"/>
                  </a:cubicBezTo>
                  <a:close/>
                  <a:moveTo>
                    <a:pt x="85592" y="110173"/>
                  </a:moveTo>
                  <a:cubicBezTo>
                    <a:pt x="85528" y="110301"/>
                    <a:pt x="85528" y="110428"/>
                    <a:pt x="85528" y="110492"/>
                  </a:cubicBezTo>
                  <a:lnTo>
                    <a:pt x="85465" y="110492"/>
                  </a:lnTo>
                  <a:cubicBezTo>
                    <a:pt x="85465" y="110428"/>
                    <a:pt x="85528" y="110301"/>
                    <a:pt x="85592" y="110173"/>
                  </a:cubicBezTo>
                  <a:close/>
                  <a:moveTo>
                    <a:pt x="85401" y="110683"/>
                  </a:moveTo>
                  <a:cubicBezTo>
                    <a:pt x="85401" y="110810"/>
                    <a:pt x="85401" y="111001"/>
                    <a:pt x="85401" y="111192"/>
                  </a:cubicBezTo>
                  <a:lnTo>
                    <a:pt x="85337" y="111129"/>
                  </a:lnTo>
                  <a:cubicBezTo>
                    <a:pt x="85337" y="111001"/>
                    <a:pt x="85401" y="110810"/>
                    <a:pt x="85401" y="110683"/>
                  </a:cubicBezTo>
                  <a:close/>
                  <a:moveTo>
                    <a:pt x="96291" y="112156"/>
                  </a:moveTo>
                  <a:cubicBezTo>
                    <a:pt x="96294" y="112284"/>
                    <a:pt x="96355" y="112469"/>
                    <a:pt x="96355" y="112593"/>
                  </a:cubicBezTo>
                  <a:lnTo>
                    <a:pt x="96355" y="112657"/>
                  </a:lnTo>
                  <a:cubicBezTo>
                    <a:pt x="96355" y="112470"/>
                    <a:pt x="96294" y="112284"/>
                    <a:pt x="96291" y="112156"/>
                  </a:cubicBezTo>
                  <a:close/>
                  <a:moveTo>
                    <a:pt x="90432" y="113758"/>
                  </a:moveTo>
                  <a:lnTo>
                    <a:pt x="90432" y="113758"/>
                  </a:lnTo>
                  <a:cubicBezTo>
                    <a:pt x="90432" y="113879"/>
                    <a:pt x="90438" y="113997"/>
                    <a:pt x="90559" y="114058"/>
                  </a:cubicBezTo>
                  <a:lnTo>
                    <a:pt x="90559" y="114122"/>
                  </a:lnTo>
                  <a:cubicBezTo>
                    <a:pt x="90438" y="114001"/>
                    <a:pt x="90432" y="113879"/>
                    <a:pt x="90432" y="113758"/>
                  </a:cubicBezTo>
                  <a:close/>
                  <a:moveTo>
                    <a:pt x="91260" y="113740"/>
                  </a:moveTo>
                  <a:cubicBezTo>
                    <a:pt x="91260" y="113994"/>
                    <a:pt x="91132" y="114185"/>
                    <a:pt x="90878" y="114185"/>
                  </a:cubicBezTo>
                  <a:lnTo>
                    <a:pt x="90814" y="114185"/>
                  </a:lnTo>
                  <a:cubicBezTo>
                    <a:pt x="91069" y="114185"/>
                    <a:pt x="91260" y="113994"/>
                    <a:pt x="91260" y="113740"/>
                  </a:cubicBezTo>
                  <a:close/>
                  <a:moveTo>
                    <a:pt x="73556" y="122167"/>
                  </a:moveTo>
                  <a:cubicBezTo>
                    <a:pt x="73556" y="122287"/>
                    <a:pt x="73552" y="122408"/>
                    <a:pt x="73492" y="122528"/>
                  </a:cubicBezTo>
                  <a:lnTo>
                    <a:pt x="73492" y="122464"/>
                  </a:lnTo>
                  <a:cubicBezTo>
                    <a:pt x="73552" y="122404"/>
                    <a:pt x="73556" y="122287"/>
                    <a:pt x="73556" y="122167"/>
                  </a:cubicBezTo>
                  <a:close/>
                  <a:moveTo>
                    <a:pt x="73236" y="122848"/>
                  </a:moveTo>
                  <a:cubicBezTo>
                    <a:pt x="73173" y="122911"/>
                    <a:pt x="73109" y="122974"/>
                    <a:pt x="72983" y="123037"/>
                  </a:cubicBezTo>
                  <a:lnTo>
                    <a:pt x="72983" y="122974"/>
                  </a:lnTo>
                  <a:cubicBezTo>
                    <a:pt x="73109" y="122974"/>
                    <a:pt x="73173" y="122911"/>
                    <a:pt x="73236" y="122848"/>
                  </a:cubicBezTo>
                  <a:close/>
                  <a:moveTo>
                    <a:pt x="142143" y="18914"/>
                  </a:moveTo>
                  <a:lnTo>
                    <a:pt x="142143" y="121891"/>
                  </a:lnTo>
                  <a:cubicBezTo>
                    <a:pt x="142143" y="124884"/>
                    <a:pt x="139660" y="127368"/>
                    <a:pt x="136667" y="127368"/>
                  </a:cubicBezTo>
                  <a:lnTo>
                    <a:pt x="97947" y="127368"/>
                  </a:lnTo>
                  <a:lnTo>
                    <a:pt x="97947" y="117306"/>
                  </a:lnTo>
                  <a:lnTo>
                    <a:pt x="120172" y="117306"/>
                  </a:lnTo>
                  <a:lnTo>
                    <a:pt x="120172" y="115714"/>
                  </a:lnTo>
                  <a:lnTo>
                    <a:pt x="97947" y="115714"/>
                  </a:lnTo>
                  <a:lnTo>
                    <a:pt x="97947" y="112593"/>
                  </a:lnTo>
                  <a:cubicBezTo>
                    <a:pt x="97947" y="112339"/>
                    <a:pt x="97883" y="112084"/>
                    <a:pt x="97819" y="111829"/>
                  </a:cubicBezTo>
                  <a:lnTo>
                    <a:pt x="133673" y="111829"/>
                  </a:lnTo>
                  <a:lnTo>
                    <a:pt x="133673" y="110237"/>
                  </a:lnTo>
                  <a:lnTo>
                    <a:pt x="97119" y="110237"/>
                  </a:lnTo>
                  <a:cubicBezTo>
                    <a:pt x="96355" y="109154"/>
                    <a:pt x="95145" y="108581"/>
                    <a:pt x="93871" y="108581"/>
                  </a:cubicBezTo>
                  <a:lnTo>
                    <a:pt x="93744" y="108581"/>
                  </a:lnTo>
                  <a:cubicBezTo>
                    <a:pt x="92916" y="108581"/>
                    <a:pt x="92152" y="108836"/>
                    <a:pt x="91515" y="109345"/>
                  </a:cubicBezTo>
                  <a:cubicBezTo>
                    <a:pt x="90814" y="108008"/>
                    <a:pt x="89477" y="107180"/>
                    <a:pt x="88012" y="107116"/>
                  </a:cubicBezTo>
                  <a:lnTo>
                    <a:pt x="87885" y="107116"/>
                  </a:lnTo>
                  <a:cubicBezTo>
                    <a:pt x="87120" y="107116"/>
                    <a:pt x="86293" y="107371"/>
                    <a:pt x="85656" y="107817"/>
                  </a:cubicBezTo>
                  <a:cubicBezTo>
                    <a:pt x="84933" y="106371"/>
                    <a:pt x="83472" y="105534"/>
                    <a:pt x="81957" y="105534"/>
                  </a:cubicBezTo>
                  <a:cubicBezTo>
                    <a:pt x="81336" y="105534"/>
                    <a:pt x="80707" y="105674"/>
                    <a:pt x="80115" y="105970"/>
                  </a:cubicBezTo>
                  <a:lnTo>
                    <a:pt x="80115" y="98965"/>
                  </a:lnTo>
                  <a:cubicBezTo>
                    <a:pt x="80115" y="96736"/>
                    <a:pt x="78396" y="94889"/>
                    <a:pt x="76167" y="94762"/>
                  </a:cubicBezTo>
                  <a:lnTo>
                    <a:pt x="76039" y="94762"/>
                  </a:lnTo>
                  <a:cubicBezTo>
                    <a:pt x="73747" y="94762"/>
                    <a:pt x="71964" y="96609"/>
                    <a:pt x="71964" y="98838"/>
                  </a:cubicBezTo>
                  <a:lnTo>
                    <a:pt x="71964" y="121000"/>
                  </a:lnTo>
                  <a:lnTo>
                    <a:pt x="67824" y="118516"/>
                  </a:lnTo>
                  <a:cubicBezTo>
                    <a:pt x="67060" y="118134"/>
                    <a:pt x="66232" y="117879"/>
                    <a:pt x="65404" y="117879"/>
                  </a:cubicBezTo>
                  <a:cubicBezTo>
                    <a:pt x="61647" y="117879"/>
                    <a:pt x="59545" y="122337"/>
                    <a:pt x="62029" y="125203"/>
                  </a:cubicBezTo>
                  <a:lnTo>
                    <a:pt x="62093" y="125266"/>
                  </a:lnTo>
                  <a:lnTo>
                    <a:pt x="62156" y="125266"/>
                  </a:lnTo>
                  <a:lnTo>
                    <a:pt x="64258" y="127368"/>
                  </a:lnTo>
                  <a:lnTo>
                    <a:pt x="7070" y="127368"/>
                  </a:lnTo>
                  <a:cubicBezTo>
                    <a:pt x="4077" y="127368"/>
                    <a:pt x="1593" y="124948"/>
                    <a:pt x="1593" y="121891"/>
                  </a:cubicBezTo>
                  <a:lnTo>
                    <a:pt x="1593" y="18914"/>
                  </a:lnTo>
                  <a:close/>
                  <a:moveTo>
                    <a:pt x="7070" y="0"/>
                  </a:moveTo>
                  <a:cubicBezTo>
                    <a:pt x="3185" y="0"/>
                    <a:pt x="1" y="3184"/>
                    <a:pt x="1" y="7069"/>
                  </a:cubicBezTo>
                  <a:lnTo>
                    <a:pt x="1" y="121891"/>
                  </a:lnTo>
                  <a:cubicBezTo>
                    <a:pt x="1" y="125776"/>
                    <a:pt x="3185" y="128960"/>
                    <a:pt x="7070" y="128960"/>
                  </a:cubicBezTo>
                  <a:lnTo>
                    <a:pt x="65914" y="128960"/>
                  </a:lnTo>
                  <a:lnTo>
                    <a:pt x="73811" y="136666"/>
                  </a:lnTo>
                  <a:cubicBezTo>
                    <a:pt x="74002" y="136857"/>
                    <a:pt x="74129" y="137112"/>
                    <a:pt x="74129" y="137366"/>
                  </a:cubicBezTo>
                  <a:lnTo>
                    <a:pt x="74129" y="143607"/>
                  </a:lnTo>
                  <a:lnTo>
                    <a:pt x="73365" y="143607"/>
                  </a:lnTo>
                  <a:lnTo>
                    <a:pt x="73365" y="163859"/>
                  </a:lnTo>
                  <a:lnTo>
                    <a:pt x="74129" y="163859"/>
                  </a:lnTo>
                  <a:lnTo>
                    <a:pt x="74129" y="165451"/>
                  </a:lnTo>
                  <a:lnTo>
                    <a:pt x="94699" y="165451"/>
                  </a:lnTo>
                  <a:lnTo>
                    <a:pt x="94699" y="163859"/>
                  </a:lnTo>
                  <a:lnTo>
                    <a:pt x="97055" y="163859"/>
                  </a:lnTo>
                  <a:lnTo>
                    <a:pt x="97055" y="143607"/>
                  </a:lnTo>
                  <a:lnTo>
                    <a:pt x="94699" y="143607"/>
                  </a:lnTo>
                  <a:lnTo>
                    <a:pt x="94699" y="137175"/>
                  </a:lnTo>
                  <a:cubicBezTo>
                    <a:pt x="94699" y="136857"/>
                    <a:pt x="94763" y="136602"/>
                    <a:pt x="94954" y="136347"/>
                  </a:cubicBezTo>
                  <a:lnTo>
                    <a:pt x="97183" y="132781"/>
                  </a:lnTo>
                  <a:cubicBezTo>
                    <a:pt x="97692" y="132017"/>
                    <a:pt x="97947" y="131189"/>
                    <a:pt x="97947" y="130297"/>
                  </a:cubicBezTo>
                  <a:lnTo>
                    <a:pt x="97947" y="128960"/>
                  </a:lnTo>
                  <a:lnTo>
                    <a:pt x="136667" y="128960"/>
                  </a:lnTo>
                  <a:cubicBezTo>
                    <a:pt x="140551" y="128960"/>
                    <a:pt x="143672" y="125776"/>
                    <a:pt x="143736" y="121891"/>
                  </a:cubicBezTo>
                  <a:lnTo>
                    <a:pt x="143736" y="7069"/>
                  </a:lnTo>
                  <a:cubicBezTo>
                    <a:pt x="143672" y="3121"/>
                    <a:pt x="140551" y="0"/>
                    <a:pt x="1366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31;p38"/>
            <p:cNvSpPr/>
            <p:nvPr/>
          </p:nvSpPr>
          <p:spPr>
            <a:xfrm>
              <a:off x="2271225" y="2928325"/>
              <a:ext cx="977575" cy="976000"/>
            </a:xfrm>
            <a:custGeom>
              <a:avLst/>
              <a:gdLst/>
              <a:ahLst/>
              <a:cxnLst/>
              <a:rect l="l" t="t" r="r" b="b"/>
              <a:pathLst>
                <a:path w="39103" h="39040" extrusionOk="0">
                  <a:moveTo>
                    <a:pt x="19551" y="6369"/>
                  </a:moveTo>
                  <a:cubicBezTo>
                    <a:pt x="20761" y="6369"/>
                    <a:pt x="21971" y="6497"/>
                    <a:pt x="23118" y="6879"/>
                  </a:cubicBezTo>
                  <a:cubicBezTo>
                    <a:pt x="30123" y="8789"/>
                    <a:pt x="34199" y="16113"/>
                    <a:pt x="32225" y="23118"/>
                  </a:cubicBezTo>
                  <a:cubicBezTo>
                    <a:pt x="30632" y="28786"/>
                    <a:pt x="25474" y="32671"/>
                    <a:pt x="19551" y="32734"/>
                  </a:cubicBezTo>
                  <a:cubicBezTo>
                    <a:pt x="18341" y="32671"/>
                    <a:pt x="17131" y="32543"/>
                    <a:pt x="15985" y="32225"/>
                  </a:cubicBezTo>
                  <a:cubicBezTo>
                    <a:pt x="9617" y="30442"/>
                    <a:pt x="5605" y="24201"/>
                    <a:pt x="6496" y="17705"/>
                  </a:cubicBezTo>
                  <a:cubicBezTo>
                    <a:pt x="7388" y="11209"/>
                    <a:pt x="12992" y="6369"/>
                    <a:pt x="19551" y="6369"/>
                  </a:cubicBezTo>
                  <a:close/>
                  <a:moveTo>
                    <a:pt x="18469" y="1"/>
                  </a:moveTo>
                  <a:lnTo>
                    <a:pt x="18596" y="2421"/>
                  </a:lnTo>
                  <a:cubicBezTo>
                    <a:pt x="16049" y="2548"/>
                    <a:pt x="13501" y="3249"/>
                    <a:pt x="11273" y="4523"/>
                  </a:cubicBezTo>
                  <a:lnTo>
                    <a:pt x="10063" y="2485"/>
                  </a:lnTo>
                  <a:cubicBezTo>
                    <a:pt x="8152" y="3504"/>
                    <a:pt x="6433" y="4905"/>
                    <a:pt x="4968" y="6560"/>
                  </a:cubicBezTo>
                  <a:lnTo>
                    <a:pt x="6751" y="8152"/>
                  </a:lnTo>
                  <a:cubicBezTo>
                    <a:pt x="5031" y="10063"/>
                    <a:pt x="3821" y="12356"/>
                    <a:pt x="3121" y="14776"/>
                  </a:cubicBezTo>
                  <a:lnTo>
                    <a:pt x="765" y="14139"/>
                  </a:lnTo>
                  <a:lnTo>
                    <a:pt x="765" y="14202"/>
                  </a:lnTo>
                  <a:cubicBezTo>
                    <a:pt x="255" y="15922"/>
                    <a:pt x="64" y="17705"/>
                    <a:pt x="0" y="19488"/>
                  </a:cubicBezTo>
                  <a:lnTo>
                    <a:pt x="0" y="20635"/>
                  </a:lnTo>
                  <a:lnTo>
                    <a:pt x="2420" y="20507"/>
                  </a:lnTo>
                  <a:cubicBezTo>
                    <a:pt x="2548" y="23055"/>
                    <a:pt x="3312" y="25538"/>
                    <a:pt x="4522" y="27831"/>
                  </a:cubicBezTo>
                  <a:lnTo>
                    <a:pt x="2420" y="28977"/>
                  </a:lnTo>
                  <a:cubicBezTo>
                    <a:pt x="3503" y="30888"/>
                    <a:pt x="4904" y="32607"/>
                    <a:pt x="6496" y="34072"/>
                  </a:cubicBezTo>
                  <a:lnTo>
                    <a:pt x="8088" y="32289"/>
                  </a:lnTo>
                  <a:cubicBezTo>
                    <a:pt x="9999" y="34008"/>
                    <a:pt x="12291" y="35282"/>
                    <a:pt x="14775" y="35982"/>
                  </a:cubicBezTo>
                  <a:lnTo>
                    <a:pt x="14202" y="38275"/>
                  </a:lnTo>
                  <a:lnTo>
                    <a:pt x="14266" y="38275"/>
                  </a:lnTo>
                  <a:cubicBezTo>
                    <a:pt x="15985" y="38784"/>
                    <a:pt x="17768" y="39039"/>
                    <a:pt x="19615" y="39039"/>
                  </a:cubicBezTo>
                  <a:lnTo>
                    <a:pt x="20761" y="39039"/>
                  </a:lnTo>
                  <a:lnTo>
                    <a:pt x="20634" y="36619"/>
                  </a:lnTo>
                  <a:cubicBezTo>
                    <a:pt x="23181" y="36492"/>
                    <a:pt x="25665" y="35728"/>
                    <a:pt x="27958" y="34454"/>
                  </a:cubicBezTo>
                  <a:lnTo>
                    <a:pt x="29104" y="36619"/>
                  </a:lnTo>
                  <a:cubicBezTo>
                    <a:pt x="31015" y="35537"/>
                    <a:pt x="32734" y="34136"/>
                    <a:pt x="34199" y="32480"/>
                  </a:cubicBezTo>
                  <a:lnTo>
                    <a:pt x="32416" y="30888"/>
                  </a:lnTo>
                  <a:cubicBezTo>
                    <a:pt x="34071" y="28977"/>
                    <a:pt x="35345" y="26685"/>
                    <a:pt x="36046" y="24265"/>
                  </a:cubicBezTo>
                  <a:lnTo>
                    <a:pt x="38402" y="24901"/>
                  </a:lnTo>
                  <a:cubicBezTo>
                    <a:pt x="38848" y="23182"/>
                    <a:pt x="39102" y="21399"/>
                    <a:pt x="39102" y="19552"/>
                  </a:cubicBezTo>
                  <a:cubicBezTo>
                    <a:pt x="39102" y="19170"/>
                    <a:pt x="39102" y="18788"/>
                    <a:pt x="39102" y="18406"/>
                  </a:cubicBezTo>
                  <a:lnTo>
                    <a:pt x="36619" y="18469"/>
                  </a:lnTo>
                  <a:cubicBezTo>
                    <a:pt x="36491" y="15922"/>
                    <a:pt x="35727" y="13438"/>
                    <a:pt x="34517" y="11209"/>
                  </a:cubicBezTo>
                  <a:lnTo>
                    <a:pt x="36619" y="10063"/>
                  </a:lnTo>
                  <a:cubicBezTo>
                    <a:pt x="35536" y="8089"/>
                    <a:pt x="34199" y="6369"/>
                    <a:pt x="32543" y="4905"/>
                  </a:cubicBezTo>
                  <a:lnTo>
                    <a:pt x="30951" y="6751"/>
                  </a:lnTo>
                  <a:cubicBezTo>
                    <a:pt x="29040" y="5032"/>
                    <a:pt x="26748" y="3758"/>
                    <a:pt x="24264" y="3058"/>
                  </a:cubicBezTo>
                  <a:lnTo>
                    <a:pt x="24901" y="765"/>
                  </a:lnTo>
                  <a:cubicBezTo>
                    <a:pt x="23181" y="256"/>
                    <a:pt x="21398" y="1"/>
                    <a:pt x="196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132;p38"/>
            <p:cNvSpPr/>
            <p:nvPr/>
          </p:nvSpPr>
          <p:spPr>
            <a:xfrm>
              <a:off x="3957250" y="2998400"/>
              <a:ext cx="25" cy="25"/>
            </a:xfrm>
            <a:custGeom>
              <a:avLst/>
              <a:gdLst/>
              <a:ahLst/>
              <a:cxnLst/>
              <a:rect l="l" t="t" r="r" b="b"/>
              <a:pathLst>
                <a:path w="1" h="1" extrusionOk="0">
                  <a:moveTo>
                    <a:pt x="1" y="0"/>
                  </a:move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133;p38"/>
            <p:cNvSpPr/>
            <p:nvPr/>
          </p:nvSpPr>
          <p:spPr>
            <a:xfrm>
              <a:off x="3307675" y="2819750"/>
              <a:ext cx="697375" cy="688475"/>
            </a:xfrm>
            <a:custGeom>
              <a:avLst/>
              <a:gdLst/>
              <a:ahLst/>
              <a:cxnLst/>
              <a:rect l="l" t="t" r="r" b="b"/>
              <a:pathLst>
                <a:path w="27895" h="27539" extrusionOk="0">
                  <a:moveTo>
                    <a:pt x="13948" y="5618"/>
                  </a:moveTo>
                  <a:cubicBezTo>
                    <a:pt x="14712" y="5618"/>
                    <a:pt x="15412" y="5745"/>
                    <a:pt x="16176" y="5936"/>
                  </a:cubicBezTo>
                  <a:cubicBezTo>
                    <a:pt x="19679" y="6955"/>
                    <a:pt x="22099" y="10139"/>
                    <a:pt x="22099" y="13833"/>
                  </a:cubicBezTo>
                  <a:cubicBezTo>
                    <a:pt x="22099" y="14533"/>
                    <a:pt x="21972" y="15298"/>
                    <a:pt x="21781" y="16062"/>
                  </a:cubicBezTo>
                  <a:cubicBezTo>
                    <a:pt x="20802" y="19631"/>
                    <a:pt x="17534" y="22003"/>
                    <a:pt x="13953" y="22003"/>
                  </a:cubicBezTo>
                  <a:cubicBezTo>
                    <a:pt x="13572" y="22003"/>
                    <a:pt x="13187" y="21976"/>
                    <a:pt x="12801" y="21921"/>
                  </a:cubicBezTo>
                  <a:cubicBezTo>
                    <a:pt x="8725" y="21411"/>
                    <a:pt x="5732" y="17909"/>
                    <a:pt x="5732" y="13833"/>
                  </a:cubicBezTo>
                  <a:cubicBezTo>
                    <a:pt x="5732" y="13069"/>
                    <a:pt x="5860" y="12304"/>
                    <a:pt x="6051" y="11604"/>
                  </a:cubicBezTo>
                  <a:cubicBezTo>
                    <a:pt x="7070" y="8038"/>
                    <a:pt x="10254" y="5618"/>
                    <a:pt x="13948" y="5618"/>
                  </a:cubicBezTo>
                  <a:close/>
                  <a:moveTo>
                    <a:pt x="13928" y="0"/>
                  </a:moveTo>
                  <a:cubicBezTo>
                    <a:pt x="13059" y="0"/>
                    <a:pt x="12192" y="87"/>
                    <a:pt x="11336" y="268"/>
                  </a:cubicBezTo>
                  <a:lnTo>
                    <a:pt x="11655" y="1860"/>
                  </a:lnTo>
                  <a:cubicBezTo>
                    <a:pt x="10381" y="2115"/>
                    <a:pt x="9171" y="2497"/>
                    <a:pt x="8089" y="3134"/>
                  </a:cubicBezTo>
                  <a:lnTo>
                    <a:pt x="7261" y="1733"/>
                  </a:lnTo>
                  <a:cubicBezTo>
                    <a:pt x="5350" y="2752"/>
                    <a:pt x="3758" y="4217"/>
                    <a:pt x="2484" y="6000"/>
                  </a:cubicBezTo>
                  <a:lnTo>
                    <a:pt x="3885" y="6955"/>
                  </a:lnTo>
                  <a:cubicBezTo>
                    <a:pt x="3121" y="7974"/>
                    <a:pt x="2612" y="9120"/>
                    <a:pt x="2293" y="10394"/>
                  </a:cubicBezTo>
                  <a:lnTo>
                    <a:pt x="701" y="9948"/>
                  </a:lnTo>
                  <a:lnTo>
                    <a:pt x="701" y="10012"/>
                  </a:lnTo>
                  <a:cubicBezTo>
                    <a:pt x="64" y="12050"/>
                    <a:pt x="1" y="14215"/>
                    <a:pt x="383" y="16317"/>
                  </a:cubicBezTo>
                  <a:lnTo>
                    <a:pt x="1975" y="15998"/>
                  </a:lnTo>
                  <a:cubicBezTo>
                    <a:pt x="2230" y="17272"/>
                    <a:pt x="2612" y="18482"/>
                    <a:pt x="3249" y="19564"/>
                  </a:cubicBezTo>
                  <a:lnTo>
                    <a:pt x="1848" y="20392"/>
                  </a:lnTo>
                  <a:cubicBezTo>
                    <a:pt x="2866" y="22303"/>
                    <a:pt x="4331" y="23959"/>
                    <a:pt x="6114" y="25169"/>
                  </a:cubicBezTo>
                  <a:lnTo>
                    <a:pt x="7070" y="23831"/>
                  </a:lnTo>
                  <a:cubicBezTo>
                    <a:pt x="8089" y="24532"/>
                    <a:pt x="9235" y="25041"/>
                    <a:pt x="10445" y="25423"/>
                  </a:cubicBezTo>
                  <a:lnTo>
                    <a:pt x="10063" y="27015"/>
                  </a:lnTo>
                  <a:lnTo>
                    <a:pt x="10190" y="27015"/>
                  </a:lnTo>
                  <a:cubicBezTo>
                    <a:pt x="11436" y="27355"/>
                    <a:pt x="12704" y="27538"/>
                    <a:pt x="13981" y="27538"/>
                  </a:cubicBezTo>
                  <a:cubicBezTo>
                    <a:pt x="14858" y="27538"/>
                    <a:pt x="15740" y="27452"/>
                    <a:pt x="16622" y="27270"/>
                  </a:cubicBezTo>
                  <a:lnTo>
                    <a:pt x="16304" y="25678"/>
                  </a:lnTo>
                  <a:cubicBezTo>
                    <a:pt x="17514" y="25423"/>
                    <a:pt x="18724" y="24978"/>
                    <a:pt x="19870" y="24404"/>
                  </a:cubicBezTo>
                  <a:lnTo>
                    <a:pt x="20634" y="25805"/>
                  </a:lnTo>
                  <a:cubicBezTo>
                    <a:pt x="22545" y="24723"/>
                    <a:pt x="24137" y="23258"/>
                    <a:pt x="25347" y="21475"/>
                  </a:cubicBezTo>
                  <a:lnTo>
                    <a:pt x="24010" y="20583"/>
                  </a:lnTo>
                  <a:cubicBezTo>
                    <a:pt x="24710" y="19501"/>
                    <a:pt x="25283" y="18354"/>
                    <a:pt x="25602" y="17144"/>
                  </a:cubicBezTo>
                  <a:lnTo>
                    <a:pt x="27194" y="17590"/>
                  </a:lnTo>
                  <a:cubicBezTo>
                    <a:pt x="27767" y="15489"/>
                    <a:pt x="27894" y="13323"/>
                    <a:pt x="27449" y="11222"/>
                  </a:cubicBezTo>
                  <a:lnTo>
                    <a:pt x="27449" y="11222"/>
                  </a:lnTo>
                  <a:lnTo>
                    <a:pt x="25856" y="11477"/>
                  </a:lnTo>
                  <a:cubicBezTo>
                    <a:pt x="25602" y="10267"/>
                    <a:pt x="25220" y="9057"/>
                    <a:pt x="24583" y="7910"/>
                  </a:cubicBezTo>
                  <a:lnTo>
                    <a:pt x="25984" y="7146"/>
                  </a:lnTo>
                  <a:cubicBezTo>
                    <a:pt x="24965" y="5236"/>
                    <a:pt x="23500" y="3580"/>
                    <a:pt x="21653" y="2370"/>
                  </a:cubicBezTo>
                  <a:lnTo>
                    <a:pt x="20762" y="3707"/>
                  </a:lnTo>
                  <a:cubicBezTo>
                    <a:pt x="19743" y="3007"/>
                    <a:pt x="18533" y="2497"/>
                    <a:pt x="17323" y="2115"/>
                  </a:cubicBezTo>
                  <a:lnTo>
                    <a:pt x="17769" y="523"/>
                  </a:lnTo>
                  <a:lnTo>
                    <a:pt x="17705" y="523"/>
                  </a:lnTo>
                  <a:cubicBezTo>
                    <a:pt x="16459" y="183"/>
                    <a:pt x="15191" y="0"/>
                    <a:pt x="139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134;p38"/>
            <p:cNvSpPr/>
            <p:nvPr/>
          </p:nvSpPr>
          <p:spPr>
            <a:xfrm>
              <a:off x="2445675" y="3165225"/>
              <a:ext cx="592975" cy="501025"/>
            </a:xfrm>
            <a:custGeom>
              <a:avLst/>
              <a:gdLst/>
              <a:ahLst/>
              <a:cxnLst/>
              <a:rect l="l" t="t" r="r" b="b"/>
              <a:pathLst>
                <a:path w="23719" h="20041" extrusionOk="0">
                  <a:moveTo>
                    <a:pt x="12506" y="1"/>
                  </a:moveTo>
                  <a:cubicBezTo>
                    <a:pt x="5255" y="1"/>
                    <a:pt x="0" y="8012"/>
                    <a:pt x="3849" y="14916"/>
                  </a:cubicBezTo>
                  <a:cubicBezTo>
                    <a:pt x="5784" y="18387"/>
                    <a:pt x="9168" y="20041"/>
                    <a:pt x="12536" y="20041"/>
                  </a:cubicBezTo>
                  <a:cubicBezTo>
                    <a:pt x="16706" y="20041"/>
                    <a:pt x="20851" y="17507"/>
                    <a:pt x="22190" y="12751"/>
                  </a:cubicBezTo>
                  <a:cubicBezTo>
                    <a:pt x="23718" y="7465"/>
                    <a:pt x="20598" y="1924"/>
                    <a:pt x="15312" y="396"/>
                  </a:cubicBezTo>
                  <a:cubicBezTo>
                    <a:pt x="14355" y="127"/>
                    <a:pt x="13415" y="1"/>
                    <a:pt x="125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135;p38"/>
            <p:cNvSpPr/>
            <p:nvPr/>
          </p:nvSpPr>
          <p:spPr>
            <a:xfrm>
              <a:off x="3481225" y="3027000"/>
              <a:ext cx="333850" cy="275925"/>
            </a:xfrm>
            <a:custGeom>
              <a:avLst/>
              <a:gdLst/>
              <a:ahLst/>
              <a:cxnLst/>
              <a:rect l="l" t="t" r="r" b="b"/>
              <a:pathLst>
                <a:path w="13354" h="11037" extrusionOk="0">
                  <a:moveTo>
                    <a:pt x="6963" y="1"/>
                  </a:moveTo>
                  <a:cubicBezTo>
                    <a:pt x="6076" y="1"/>
                    <a:pt x="5157" y="219"/>
                    <a:pt x="4267" y="703"/>
                  </a:cubicBezTo>
                  <a:cubicBezTo>
                    <a:pt x="0" y="3123"/>
                    <a:pt x="764" y="9491"/>
                    <a:pt x="5477" y="10829"/>
                  </a:cubicBezTo>
                  <a:cubicBezTo>
                    <a:pt x="5975" y="10969"/>
                    <a:pt x="6477" y="11037"/>
                    <a:pt x="6971" y="11037"/>
                  </a:cubicBezTo>
                  <a:cubicBezTo>
                    <a:pt x="9382" y="11037"/>
                    <a:pt x="11604" y="9439"/>
                    <a:pt x="12291" y="7008"/>
                  </a:cubicBezTo>
                  <a:cubicBezTo>
                    <a:pt x="13354" y="3263"/>
                    <a:pt x="10396" y="1"/>
                    <a:pt x="69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136;p38"/>
            <p:cNvSpPr/>
            <p:nvPr/>
          </p:nvSpPr>
          <p:spPr>
            <a:xfrm>
              <a:off x="639325" y="2213475"/>
              <a:ext cx="444225" cy="442625"/>
            </a:xfrm>
            <a:custGeom>
              <a:avLst/>
              <a:gdLst/>
              <a:ahLst/>
              <a:cxnLst/>
              <a:rect l="l" t="t" r="r" b="b"/>
              <a:pathLst>
                <a:path w="17769" h="17705" extrusionOk="0">
                  <a:moveTo>
                    <a:pt x="8916" y="2867"/>
                  </a:moveTo>
                  <a:cubicBezTo>
                    <a:pt x="9426" y="2867"/>
                    <a:pt x="9999" y="2930"/>
                    <a:pt x="10572" y="3058"/>
                  </a:cubicBezTo>
                  <a:cubicBezTo>
                    <a:pt x="13119" y="3822"/>
                    <a:pt x="14902" y="6178"/>
                    <a:pt x="14902" y="8853"/>
                  </a:cubicBezTo>
                  <a:cubicBezTo>
                    <a:pt x="14902" y="9426"/>
                    <a:pt x="14839" y="9936"/>
                    <a:pt x="14648" y="10509"/>
                  </a:cubicBezTo>
                  <a:cubicBezTo>
                    <a:pt x="13947" y="13056"/>
                    <a:pt x="11591" y="14839"/>
                    <a:pt x="8916" y="14839"/>
                  </a:cubicBezTo>
                  <a:cubicBezTo>
                    <a:pt x="5605" y="14839"/>
                    <a:pt x="2930" y="12164"/>
                    <a:pt x="2930" y="8853"/>
                  </a:cubicBezTo>
                  <a:cubicBezTo>
                    <a:pt x="2930" y="8280"/>
                    <a:pt x="2994" y="7770"/>
                    <a:pt x="3121" y="7197"/>
                  </a:cubicBezTo>
                  <a:cubicBezTo>
                    <a:pt x="3885" y="4650"/>
                    <a:pt x="6178" y="2867"/>
                    <a:pt x="8852" y="2867"/>
                  </a:cubicBezTo>
                  <a:close/>
                  <a:moveTo>
                    <a:pt x="8343" y="1"/>
                  </a:moveTo>
                  <a:lnTo>
                    <a:pt x="8407" y="1083"/>
                  </a:lnTo>
                  <a:cubicBezTo>
                    <a:pt x="7260" y="1147"/>
                    <a:pt x="6114" y="1529"/>
                    <a:pt x="5095" y="2102"/>
                  </a:cubicBezTo>
                  <a:lnTo>
                    <a:pt x="4586" y="1083"/>
                  </a:lnTo>
                  <a:cubicBezTo>
                    <a:pt x="3694" y="1593"/>
                    <a:pt x="2930" y="2230"/>
                    <a:pt x="2293" y="2930"/>
                  </a:cubicBezTo>
                  <a:lnTo>
                    <a:pt x="3057" y="3695"/>
                  </a:lnTo>
                  <a:cubicBezTo>
                    <a:pt x="2293" y="4522"/>
                    <a:pt x="1720" y="5605"/>
                    <a:pt x="1401" y="6688"/>
                  </a:cubicBezTo>
                  <a:lnTo>
                    <a:pt x="319" y="6433"/>
                  </a:lnTo>
                  <a:cubicBezTo>
                    <a:pt x="128" y="7197"/>
                    <a:pt x="0" y="7961"/>
                    <a:pt x="0" y="8789"/>
                  </a:cubicBezTo>
                  <a:lnTo>
                    <a:pt x="0" y="9299"/>
                  </a:lnTo>
                  <a:lnTo>
                    <a:pt x="1083" y="9235"/>
                  </a:lnTo>
                  <a:cubicBezTo>
                    <a:pt x="1147" y="10445"/>
                    <a:pt x="1465" y="11528"/>
                    <a:pt x="2038" y="12610"/>
                  </a:cubicBezTo>
                  <a:lnTo>
                    <a:pt x="1083" y="13120"/>
                  </a:lnTo>
                  <a:cubicBezTo>
                    <a:pt x="1592" y="14011"/>
                    <a:pt x="2229" y="14776"/>
                    <a:pt x="2930" y="15412"/>
                  </a:cubicBezTo>
                  <a:lnTo>
                    <a:pt x="3694" y="14648"/>
                  </a:lnTo>
                  <a:cubicBezTo>
                    <a:pt x="4586" y="15412"/>
                    <a:pt x="5605" y="15986"/>
                    <a:pt x="6751" y="16304"/>
                  </a:cubicBezTo>
                  <a:lnTo>
                    <a:pt x="6432" y="17387"/>
                  </a:lnTo>
                  <a:cubicBezTo>
                    <a:pt x="7197" y="17578"/>
                    <a:pt x="8025" y="17705"/>
                    <a:pt x="8852" y="17705"/>
                  </a:cubicBezTo>
                  <a:lnTo>
                    <a:pt x="9362" y="17705"/>
                  </a:lnTo>
                  <a:lnTo>
                    <a:pt x="9298" y="16622"/>
                  </a:lnTo>
                  <a:cubicBezTo>
                    <a:pt x="10508" y="16559"/>
                    <a:pt x="11591" y="16177"/>
                    <a:pt x="12673" y="15603"/>
                  </a:cubicBezTo>
                  <a:lnTo>
                    <a:pt x="13183" y="16622"/>
                  </a:lnTo>
                  <a:cubicBezTo>
                    <a:pt x="14075" y="16113"/>
                    <a:pt x="14839" y="15476"/>
                    <a:pt x="15476" y="14712"/>
                  </a:cubicBezTo>
                  <a:lnTo>
                    <a:pt x="14711" y="14011"/>
                  </a:lnTo>
                  <a:cubicBezTo>
                    <a:pt x="15476" y="13120"/>
                    <a:pt x="16049" y="12101"/>
                    <a:pt x="16367" y="10954"/>
                  </a:cubicBezTo>
                  <a:lnTo>
                    <a:pt x="17450" y="11273"/>
                  </a:lnTo>
                  <a:cubicBezTo>
                    <a:pt x="17641" y="10509"/>
                    <a:pt x="17768" y="9681"/>
                    <a:pt x="17768" y="8853"/>
                  </a:cubicBezTo>
                  <a:lnTo>
                    <a:pt x="17768" y="8343"/>
                  </a:lnTo>
                  <a:lnTo>
                    <a:pt x="16686" y="8407"/>
                  </a:lnTo>
                  <a:cubicBezTo>
                    <a:pt x="16622" y="7261"/>
                    <a:pt x="16240" y="6115"/>
                    <a:pt x="15667" y="5096"/>
                  </a:cubicBezTo>
                  <a:lnTo>
                    <a:pt x="16686" y="4522"/>
                  </a:lnTo>
                  <a:cubicBezTo>
                    <a:pt x="16176" y="3695"/>
                    <a:pt x="15539" y="2867"/>
                    <a:pt x="14775" y="2230"/>
                  </a:cubicBezTo>
                  <a:lnTo>
                    <a:pt x="14075" y="2994"/>
                  </a:lnTo>
                  <a:cubicBezTo>
                    <a:pt x="13183" y="2230"/>
                    <a:pt x="12164" y="1657"/>
                    <a:pt x="11018" y="1338"/>
                  </a:cubicBezTo>
                  <a:lnTo>
                    <a:pt x="11336" y="319"/>
                  </a:lnTo>
                  <a:cubicBezTo>
                    <a:pt x="10508" y="65"/>
                    <a:pt x="9680" y="1"/>
                    <a:pt x="88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137;p38"/>
            <p:cNvSpPr/>
            <p:nvPr/>
          </p:nvSpPr>
          <p:spPr>
            <a:xfrm>
              <a:off x="1112175" y="2165725"/>
              <a:ext cx="313675" cy="310475"/>
            </a:xfrm>
            <a:custGeom>
              <a:avLst/>
              <a:gdLst/>
              <a:ahLst/>
              <a:cxnLst/>
              <a:rect l="l" t="t" r="r" b="b"/>
              <a:pathLst>
                <a:path w="12547" h="12419" extrusionOk="0">
                  <a:moveTo>
                    <a:pt x="6242" y="2484"/>
                  </a:moveTo>
                  <a:cubicBezTo>
                    <a:pt x="6624" y="2484"/>
                    <a:pt x="6942" y="2484"/>
                    <a:pt x="7260" y="2611"/>
                  </a:cubicBezTo>
                  <a:cubicBezTo>
                    <a:pt x="8916" y="3057"/>
                    <a:pt x="9999" y="4522"/>
                    <a:pt x="9999" y="6178"/>
                  </a:cubicBezTo>
                  <a:cubicBezTo>
                    <a:pt x="9999" y="6560"/>
                    <a:pt x="9935" y="6878"/>
                    <a:pt x="9872" y="7197"/>
                  </a:cubicBezTo>
                  <a:cubicBezTo>
                    <a:pt x="9426" y="8789"/>
                    <a:pt x="7961" y="9935"/>
                    <a:pt x="6305" y="9935"/>
                  </a:cubicBezTo>
                  <a:cubicBezTo>
                    <a:pt x="5923" y="9935"/>
                    <a:pt x="5605" y="9871"/>
                    <a:pt x="5286" y="9808"/>
                  </a:cubicBezTo>
                  <a:cubicBezTo>
                    <a:pt x="3630" y="9298"/>
                    <a:pt x="2548" y="7833"/>
                    <a:pt x="2548" y="6178"/>
                  </a:cubicBezTo>
                  <a:cubicBezTo>
                    <a:pt x="2548" y="5859"/>
                    <a:pt x="2612" y="5477"/>
                    <a:pt x="2675" y="5159"/>
                  </a:cubicBezTo>
                  <a:cubicBezTo>
                    <a:pt x="3121" y="3567"/>
                    <a:pt x="4586" y="2484"/>
                    <a:pt x="6242" y="2484"/>
                  </a:cubicBezTo>
                  <a:close/>
                  <a:moveTo>
                    <a:pt x="6242" y="0"/>
                  </a:moveTo>
                  <a:cubicBezTo>
                    <a:pt x="5859" y="0"/>
                    <a:pt x="5477" y="0"/>
                    <a:pt x="5095" y="64"/>
                  </a:cubicBezTo>
                  <a:lnTo>
                    <a:pt x="5223" y="828"/>
                  </a:lnTo>
                  <a:cubicBezTo>
                    <a:pt x="4649" y="956"/>
                    <a:pt x="4140" y="1147"/>
                    <a:pt x="3630" y="1401"/>
                  </a:cubicBezTo>
                  <a:lnTo>
                    <a:pt x="3248" y="701"/>
                  </a:lnTo>
                  <a:cubicBezTo>
                    <a:pt x="2357" y="1147"/>
                    <a:pt x="1656" y="1847"/>
                    <a:pt x="1083" y="2675"/>
                  </a:cubicBezTo>
                  <a:lnTo>
                    <a:pt x="1720" y="3057"/>
                  </a:lnTo>
                  <a:cubicBezTo>
                    <a:pt x="1338" y="3567"/>
                    <a:pt x="1147" y="4076"/>
                    <a:pt x="956" y="4649"/>
                  </a:cubicBezTo>
                  <a:lnTo>
                    <a:pt x="255" y="4458"/>
                  </a:lnTo>
                  <a:lnTo>
                    <a:pt x="255" y="4522"/>
                  </a:lnTo>
                  <a:cubicBezTo>
                    <a:pt x="128" y="5095"/>
                    <a:pt x="1" y="5668"/>
                    <a:pt x="1" y="6241"/>
                  </a:cubicBezTo>
                  <a:cubicBezTo>
                    <a:pt x="1" y="6623"/>
                    <a:pt x="64" y="7006"/>
                    <a:pt x="128" y="7388"/>
                  </a:cubicBezTo>
                  <a:lnTo>
                    <a:pt x="828" y="7260"/>
                  </a:lnTo>
                  <a:cubicBezTo>
                    <a:pt x="956" y="7833"/>
                    <a:pt x="1147" y="8343"/>
                    <a:pt x="1465" y="8852"/>
                  </a:cubicBezTo>
                  <a:lnTo>
                    <a:pt x="765" y="9171"/>
                  </a:lnTo>
                  <a:cubicBezTo>
                    <a:pt x="1274" y="10062"/>
                    <a:pt x="1911" y="10827"/>
                    <a:pt x="2739" y="11336"/>
                  </a:cubicBezTo>
                  <a:lnTo>
                    <a:pt x="3185" y="10763"/>
                  </a:lnTo>
                  <a:cubicBezTo>
                    <a:pt x="3630" y="11081"/>
                    <a:pt x="4204" y="11336"/>
                    <a:pt x="4777" y="11463"/>
                  </a:cubicBezTo>
                  <a:lnTo>
                    <a:pt x="4522" y="12228"/>
                  </a:lnTo>
                  <a:lnTo>
                    <a:pt x="4586" y="12228"/>
                  </a:lnTo>
                  <a:cubicBezTo>
                    <a:pt x="5159" y="12355"/>
                    <a:pt x="5732" y="12419"/>
                    <a:pt x="6305" y="12419"/>
                  </a:cubicBezTo>
                  <a:cubicBezTo>
                    <a:pt x="6751" y="12419"/>
                    <a:pt x="7133" y="12419"/>
                    <a:pt x="7515" y="12291"/>
                  </a:cubicBezTo>
                  <a:lnTo>
                    <a:pt x="7388" y="11591"/>
                  </a:lnTo>
                  <a:cubicBezTo>
                    <a:pt x="7961" y="11463"/>
                    <a:pt x="8470" y="11272"/>
                    <a:pt x="8980" y="11018"/>
                  </a:cubicBezTo>
                  <a:lnTo>
                    <a:pt x="9362" y="11654"/>
                  </a:lnTo>
                  <a:cubicBezTo>
                    <a:pt x="10190" y="11145"/>
                    <a:pt x="10954" y="10508"/>
                    <a:pt x="11464" y="9680"/>
                  </a:cubicBezTo>
                  <a:lnTo>
                    <a:pt x="10890" y="9234"/>
                  </a:lnTo>
                  <a:cubicBezTo>
                    <a:pt x="11209" y="8789"/>
                    <a:pt x="11464" y="8216"/>
                    <a:pt x="11591" y="7642"/>
                  </a:cubicBezTo>
                  <a:lnTo>
                    <a:pt x="12292" y="7897"/>
                  </a:lnTo>
                  <a:cubicBezTo>
                    <a:pt x="12483" y="7388"/>
                    <a:pt x="12546" y="6751"/>
                    <a:pt x="12546" y="6178"/>
                  </a:cubicBezTo>
                  <a:cubicBezTo>
                    <a:pt x="12546" y="5796"/>
                    <a:pt x="12483" y="5413"/>
                    <a:pt x="12419" y="5031"/>
                  </a:cubicBezTo>
                  <a:lnTo>
                    <a:pt x="11718" y="5159"/>
                  </a:lnTo>
                  <a:cubicBezTo>
                    <a:pt x="11591" y="4586"/>
                    <a:pt x="11400" y="4076"/>
                    <a:pt x="11082" y="3567"/>
                  </a:cubicBezTo>
                  <a:lnTo>
                    <a:pt x="11782" y="3185"/>
                  </a:lnTo>
                  <a:cubicBezTo>
                    <a:pt x="11273" y="2357"/>
                    <a:pt x="10572" y="1592"/>
                    <a:pt x="9808" y="1019"/>
                  </a:cubicBezTo>
                  <a:lnTo>
                    <a:pt x="9362" y="1656"/>
                  </a:lnTo>
                  <a:cubicBezTo>
                    <a:pt x="8853" y="1338"/>
                    <a:pt x="8343" y="1083"/>
                    <a:pt x="7770" y="956"/>
                  </a:cubicBezTo>
                  <a:lnTo>
                    <a:pt x="7961" y="191"/>
                  </a:lnTo>
                  <a:cubicBezTo>
                    <a:pt x="7452" y="64"/>
                    <a:pt x="6878" y="0"/>
                    <a:pt x="62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138;p38"/>
            <p:cNvSpPr/>
            <p:nvPr/>
          </p:nvSpPr>
          <p:spPr>
            <a:xfrm>
              <a:off x="4310700" y="2208700"/>
              <a:ext cx="1028525" cy="39825"/>
            </a:xfrm>
            <a:custGeom>
              <a:avLst/>
              <a:gdLst/>
              <a:ahLst/>
              <a:cxnLst/>
              <a:rect l="l" t="t" r="r" b="b"/>
              <a:pathLst>
                <a:path w="41141" h="1593" extrusionOk="0">
                  <a:moveTo>
                    <a:pt x="1" y="1"/>
                  </a:moveTo>
                  <a:lnTo>
                    <a:pt x="1" y="1593"/>
                  </a:lnTo>
                  <a:lnTo>
                    <a:pt x="41140" y="1593"/>
                  </a:lnTo>
                  <a:lnTo>
                    <a:pt x="4114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139;p38"/>
            <p:cNvSpPr/>
            <p:nvPr/>
          </p:nvSpPr>
          <p:spPr>
            <a:xfrm>
              <a:off x="4310700" y="2345625"/>
              <a:ext cx="1028525" cy="39825"/>
            </a:xfrm>
            <a:custGeom>
              <a:avLst/>
              <a:gdLst/>
              <a:ahLst/>
              <a:cxnLst/>
              <a:rect l="l" t="t" r="r" b="b"/>
              <a:pathLst>
                <a:path w="41141" h="1593" extrusionOk="0">
                  <a:moveTo>
                    <a:pt x="1" y="1"/>
                  </a:moveTo>
                  <a:lnTo>
                    <a:pt x="1" y="1593"/>
                  </a:lnTo>
                  <a:lnTo>
                    <a:pt x="41140" y="1593"/>
                  </a:lnTo>
                  <a:lnTo>
                    <a:pt x="4114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140;p38"/>
            <p:cNvSpPr/>
            <p:nvPr/>
          </p:nvSpPr>
          <p:spPr>
            <a:xfrm>
              <a:off x="4310700" y="2482550"/>
              <a:ext cx="1028525" cy="39825"/>
            </a:xfrm>
            <a:custGeom>
              <a:avLst/>
              <a:gdLst/>
              <a:ahLst/>
              <a:cxnLst/>
              <a:rect l="l" t="t" r="r" b="b"/>
              <a:pathLst>
                <a:path w="41141" h="1593" extrusionOk="0">
                  <a:moveTo>
                    <a:pt x="1" y="0"/>
                  </a:moveTo>
                  <a:lnTo>
                    <a:pt x="1" y="1593"/>
                  </a:lnTo>
                  <a:lnTo>
                    <a:pt x="41140" y="1593"/>
                  </a:lnTo>
                  <a:lnTo>
                    <a:pt x="4114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141;p38"/>
            <p:cNvSpPr/>
            <p:nvPr/>
          </p:nvSpPr>
          <p:spPr>
            <a:xfrm>
              <a:off x="4310700" y="2621050"/>
              <a:ext cx="1028525" cy="39850"/>
            </a:xfrm>
            <a:custGeom>
              <a:avLst/>
              <a:gdLst/>
              <a:ahLst/>
              <a:cxnLst/>
              <a:rect l="l" t="t" r="r" b="b"/>
              <a:pathLst>
                <a:path w="41141" h="1594" extrusionOk="0">
                  <a:moveTo>
                    <a:pt x="1" y="1"/>
                  </a:moveTo>
                  <a:lnTo>
                    <a:pt x="1" y="1593"/>
                  </a:lnTo>
                  <a:lnTo>
                    <a:pt x="41140" y="1593"/>
                  </a:lnTo>
                  <a:lnTo>
                    <a:pt x="4114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142;p38"/>
            <p:cNvSpPr/>
            <p:nvPr/>
          </p:nvSpPr>
          <p:spPr>
            <a:xfrm>
              <a:off x="4310700" y="2757975"/>
              <a:ext cx="1028525" cy="39825"/>
            </a:xfrm>
            <a:custGeom>
              <a:avLst/>
              <a:gdLst/>
              <a:ahLst/>
              <a:cxnLst/>
              <a:rect l="l" t="t" r="r" b="b"/>
              <a:pathLst>
                <a:path w="41141" h="1593" extrusionOk="0">
                  <a:moveTo>
                    <a:pt x="1" y="1"/>
                  </a:moveTo>
                  <a:lnTo>
                    <a:pt x="1" y="1593"/>
                  </a:lnTo>
                  <a:lnTo>
                    <a:pt x="41140" y="1593"/>
                  </a:lnTo>
                  <a:lnTo>
                    <a:pt x="4114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143;p38"/>
            <p:cNvSpPr/>
            <p:nvPr/>
          </p:nvSpPr>
          <p:spPr>
            <a:xfrm>
              <a:off x="4310700" y="2894900"/>
              <a:ext cx="1028525" cy="39825"/>
            </a:xfrm>
            <a:custGeom>
              <a:avLst/>
              <a:gdLst/>
              <a:ahLst/>
              <a:cxnLst/>
              <a:rect l="l" t="t" r="r" b="b"/>
              <a:pathLst>
                <a:path w="41141" h="1593" extrusionOk="0">
                  <a:moveTo>
                    <a:pt x="1" y="1"/>
                  </a:moveTo>
                  <a:lnTo>
                    <a:pt x="1" y="1593"/>
                  </a:lnTo>
                  <a:lnTo>
                    <a:pt x="41140" y="1593"/>
                  </a:lnTo>
                  <a:lnTo>
                    <a:pt x="4114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144;p38"/>
            <p:cNvSpPr/>
            <p:nvPr/>
          </p:nvSpPr>
          <p:spPr>
            <a:xfrm>
              <a:off x="4310700" y="3031825"/>
              <a:ext cx="1028525" cy="39825"/>
            </a:xfrm>
            <a:custGeom>
              <a:avLst/>
              <a:gdLst/>
              <a:ahLst/>
              <a:cxnLst/>
              <a:rect l="l" t="t" r="r" b="b"/>
              <a:pathLst>
                <a:path w="41141" h="1593" extrusionOk="0">
                  <a:moveTo>
                    <a:pt x="1" y="0"/>
                  </a:moveTo>
                  <a:lnTo>
                    <a:pt x="1" y="1592"/>
                  </a:lnTo>
                  <a:lnTo>
                    <a:pt x="41140" y="1592"/>
                  </a:lnTo>
                  <a:lnTo>
                    <a:pt x="4114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145;p38"/>
            <p:cNvSpPr/>
            <p:nvPr/>
          </p:nvSpPr>
          <p:spPr>
            <a:xfrm>
              <a:off x="4310700" y="3168750"/>
              <a:ext cx="1028525" cy="39825"/>
            </a:xfrm>
            <a:custGeom>
              <a:avLst/>
              <a:gdLst/>
              <a:ahLst/>
              <a:cxnLst/>
              <a:rect l="l" t="t" r="r" b="b"/>
              <a:pathLst>
                <a:path w="41141" h="1593" extrusionOk="0">
                  <a:moveTo>
                    <a:pt x="1" y="0"/>
                  </a:moveTo>
                  <a:lnTo>
                    <a:pt x="1" y="1592"/>
                  </a:lnTo>
                  <a:lnTo>
                    <a:pt x="41140" y="1592"/>
                  </a:lnTo>
                  <a:lnTo>
                    <a:pt x="4114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146;p38"/>
            <p:cNvSpPr/>
            <p:nvPr/>
          </p:nvSpPr>
          <p:spPr>
            <a:xfrm>
              <a:off x="4310700" y="3305675"/>
              <a:ext cx="1028525" cy="39825"/>
            </a:xfrm>
            <a:custGeom>
              <a:avLst/>
              <a:gdLst/>
              <a:ahLst/>
              <a:cxnLst/>
              <a:rect l="l" t="t" r="r" b="b"/>
              <a:pathLst>
                <a:path w="41141" h="1593" extrusionOk="0">
                  <a:moveTo>
                    <a:pt x="1" y="0"/>
                  </a:moveTo>
                  <a:lnTo>
                    <a:pt x="1" y="1592"/>
                  </a:lnTo>
                  <a:lnTo>
                    <a:pt x="41140" y="1592"/>
                  </a:lnTo>
                  <a:lnTo>
                    <a:pt x="4114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147;p38"/>
            <p:cNvSpPr/>
            <p:nvPr/>
          </p:nvSpPr>
          <p:spPr>
            <a:xfrm>
              <a:off x="4310700" y="3442575"/>
              <a:ext cx="1028525" cy="39825"/>
            </a:xfrm>
            <a:custGeom>
              <a:avLst/>
              <a:gdLst/>
              <a:ahLst/>
              <a:cxnLst/>
              <a:rect l="l" t="t" r="r" b="b"/>
              <a:pathLst>
                <a:path w="41141" h="1593" extrusionOk="0">
                  <a:moveTo>
                    <a:pt x="1" y="1"/>
                  </a:moveTo>
                  <a:lnTo>
                    <a:pt x="1" y="1593"/>
                  </a:lnTo>
                  <a:lnTo>
                    <a:pt x="41140" y="1593"/>
                  </a:lnTo>
                  <a:lnTo>
                    <a:pt x="4114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148;p38"/>
            <p:cNvSpPr/>
            <p:nvPr/>
          </p:nvSpPr>
          <p:spPr>
            <a:xfrm>
              <a:off x="4310700" y="3579500"/>
              <a:ext cx="1028525" cy="39825"/>
            </a:xfrm>
            <a:custGeom>
              <a:avLst/>
              <a:gdLst/>
              <a:ahLst/>
              <a:cxnLst/>
              <a:rect l="l" t="t" r="r" b="b"/>
              <a:pathLst>
                <a:path w="41141" h="1593" extrusionOk="0">
                  <a:moveTo>
                    <a:pt x="1" y="1"/>
                  </a:moveTo>
                  <a:lnTo>
                    <a:pt x="1" y="1593"/>
                  </a:lnTo>
                  <a:lnTo>
                    <a:pt x="41140" y="1593"/>
                  </a:lnTo>
                  <a:lnTo>
                    <a:pt x="4114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149;p38"/>
            <p:cNvSpPr/>
            <p:nvPr/>
          </p:nvSpPr>
          <p:spPr>
            <a:xfrm>
              <a:off x="4310700" y="3716425"/>
              <a:ext cx="1028525" cy="39825"/>
            </a:xfrm>
            <a:custGeom>
              <a:avLst/>
              <a:gdLst/>
              <a:ahLst/>
              <a:cxnLst/>
              <a:rect l="l" t="t" r="r" b="b"/>
              <a:pathLst>
                <a:path w="41141" h="1593" extrusionOk="0">
                  <a:moveTo>
                    <a:pt x="1" y="0"/>
                  </a:moveTo>
                  <a:lnTo>
                    <a:pt x="1" y="1593"/>
                  </a:lnTo>
                  <a:lnTo>
                    <a:pt x="41140" y="1593"/>
                  </a:lnTo>
                  <a:lnTo>
                    <a:pt x="4114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150;p38"/>
            <p:cNvSpPr/>
            <p:nvPr/>
          </p:nvSpPr>
          <p:spPr>
            <a:xfrm>
              <a:off x="2293525" y="2208700"/>
              <a:ext cx="1776800" cy="39825"/>
            </a:xfrm>
            <a:custGeom>
              <a:avLst/>
              <a:gdLst/>
              <a:ahLst/>
              <a:cxnLst/>
              <a:rect l="l" t="t" r="r" b="b"/>
              <a:pathLst>
                <a:path w="71072" h="1593" extrusionOk="0">
                  <a:moveTo>
                    <a:pt x="0" y="1"/>
                  </a:moveTo>
                  <a:lnTo>
                    <a:pt x="0" y="1593"/>
                  </a:lnTo>
                  <a:lnTo>
                    <a:pt x="71071" y="1593"/>
                  </a:lnTo>
                  <a:lnTo>
                    <a:pt x="7107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151;p38"/>
            <p:cNvSpPr/>
            <p:nvPr/>
          </p:nvSpPr>
          <p:spPr>
            <a:xfrm>
              <a:off x="2293525" y="2345625"/>
              <a:ext cx="1776800" cy="39825"/>
            </a:xfrm>
            <a:custGeom>
              <a:avLst/>
              <a:gdLst/>
              <a:ahLst/>
              <a:cxnLst/>
              <a:rect l="l" t="t" r="r" b="b"/>
              <a:pathLst>
                <a:path w="71072" h="1593" extrusionOk="0">
                  <a:moveTo>
                    <a:pt x="0" y="1"/>
                  </a:moveTo>
                  <a:lnTo>
                    <a:pt x="0" y="1593"/>
                  </a:lnTo>
                  <a:lnTo>
                    <a:pt x="71071" y="1593"/>
                  </a:lnTo>
                  <a:lnTo>
                    <a:pt x="7107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152;p38"/>
            <p:cNvSpPr/>
            <p:nvPr/>
          </p:nvSpPr>
          <p:spPr>
            <a:xfrm>
              <a:off x="2293525" y="2482550"/>
              <a:ext cx="1776800" cy="39825"/>
            </a:xfrm>
            <a:custGeom>
              <a:avLst/>
              <a:gdLst/>
              <a:ahLst/>
              <a:cxnLst/>
              <a:rect l="l" t="t" r="r" b="b"/>
              <a:pathLst>
                <a:path w="71072" h="1593" extrusionOk="0">
                  <a:moveTo>
                    <a:pt x="0" y="0"/>
                  </a:moveTo>
                  <a:lnTo>
                    <a:pt x="0" y="1593"/>
                  </a:lnTo>
                  <a:lnTo>
                    <a:pt x="71071" y="1593"/>
                  </a:lnTo>
                  <a:lnTo>
                    <a:pt x="7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153;p38"/>
            <p:cNvSpPr/>
            <p:nvPr/>
          </p:nvSpPr>
          <p:spPr>
            <a:xfrm>
              <a:off x="2293525" y="2621050"/>
              <a:ext cx="1195675" cy="39850"/>
            </a:xfrm>
            <a:custGeom>
              <a:avLst/>
              <a:gdLst/>
              <a:ahLst/>
              <a:cxnLst/>
              <a:rect l="l" t="t" r="r" b="b"/>
              <a:pathLst>
                <a:path w="47827" h="1594" extrusionOk="0">
                  <a:moveTo>
                    <a:pt x="0" y="1"/>
                  </a:moveTo>
                  <a:lnTo>
                    <a:pt x="0" y="1593"/>
                  </a:lnTo>
                  <a:lnTo>
                    <a:pt x="47827" y="1593"/>
                  </a:lnTo>
                  <a:lnTo>
                    <a:pt x="4782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154;p38"/>
            <p:cNvSpPr/>
            <p:nvPr/>
          </p:nvSpPr>
          <p:spPr>
            <a:xfrm>
              <a:off x="4430100" y="1931675"/>
              <a:ext cx="730800" cy="119450"/>
            </a:xfrm>
            <a:custGeom>
              <a:avLst/>
              <a:gdLst/>
              <a:ahLst/>
              <a:cxnLst/>
              <a:rect l="l" t="t" r="r" b="b"/>
              <a:pathLst>
                <a:path w="29232" h="4778" extrusionOk="0">
                  <a:moveTo>
                    <a:pt x="1" y="1"/>
                  </a:moveTo>
                  <a:lnTo>
                    <a:pt x="1" y="4777"/>
                  </a:lnTo>
                  <a:lnTo>
                    <a:pt x="29232" y="4777"/>
                  </a:lnTo>
                  <a:lnTo>
                    <a:pt x="2923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155;p38"/>
            <p:cNvSpPr/>
            <p:nvPr/>
          </p:nvSpPr>
          <p:spPr>
            <a:xfrm>
              <a:off x="2817325" y="1931675"/>
              <a:ext cx="729200" cy="119450"/>
            </a:xfrm>
            <a:custGeom>
              <a:avLst/>
              <a:gdLst/>
              <a:ahLst/>
              <a:cxnLst/>
              <a:rect l="l" t="t" r="r" b="b"/>
              <a:pathLst>
                <a:path w="29168" h="4778" extrusionOk="0">
                  <a:moveTo>
                    <a:pt x="0" y="1"/>
                  </a:moveTo>
                  <a:lnTo>
                    <a:pt x="0" y="4777"/>
                  </a:lnTo>
                  <a:lnTo>
                    <a:pt x="29167" y="4777"/>
                  </a:lnTo>
                  <a:lnTo>
                    <a:pt x="291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156;p38"/>
            <p:cNvSpPr/>
            <p:nvPr/>
          </p:nvSpPr>
          <p:spPr>
            <a:xfrm>
              <a:off x="628175" y="3272225"/>
              <a:ext cx="765825" cy="1550725"/>
            </a:xfrm>
            <a:custGeom>
              <a:avLst/>
              <a:gdLst/>
              <a:ahLst/>
              <a:cxnLst/>
              <a:rect l="l" t="t" r="r" b="b"/>
              <a:pathLst>
                <a:path w="30633" h="62029" extrusionOk="0">
                  <a:moveTo>
                    <a:pt x="17705" y="42924"/>
                  </a:moveTo>
                  <a:lnTo>
                    <a:pt x="17705" y="60437"/>
                  </a:lnTo>
                  <a:lnTo>
                    <a:pt x="12928" y="60437"/>
                  </a:lnTo>
                  <a:lnTo>
                    <a:pt x="12928" y="42924"/>
                  </a:lnTo>
                  <a:close/>
                  <a:moveTo>
                    <a:pt x="15348" y="1"/>
                  </a:moveTo>
                  <a:cubicBezTo>
                    <a:pt x="7133" y="1"/>
                    <a:pt x="446" y="6496"/>
                    <a:pt x="192" y="14712"/>
                  </a:cubicBezTo>
                  <a:cubicBezTo>
                    <a:pt x="1" y="22927"/>
                    <a:pt x="6369" y="29741"/>
                    <a:pt x="14521" y="30187"/>
                  </a:cubicBezTo>
                  <a:lnTo>
                    <a:pt x="14521" y="41332"/>
                  </a:lnTo>
                  <a:lnTo>
                    <a:pt x="12164" y="41332"/>
                  </a:lnTo>
                  <a:cubicBezTo>
                    <a:pt x="11718" y="41332"/>
                    <a:pt x="11336" y="41714"/>
                    <a:pt x="11336" y="42159"/>
                  </a:cubicBezTo>
                  <a:lnTo>
                    <a:pt x="11336" y="61265"/>
                  </a:lnTo>
                  <a:cubicBezTo>
                    <a:pt x="11336" y="61710"/>
                    <a:pt x="11718" y="62029"/>
                    <a:pt x="12164" y="62029"/>
                  </a:cubicBezTo>
                  <a:lnTo>
                    <a:pt x="18533" y="62029"/>
                  </a:lnTo>
                  <a:cubicBezTo>
                    <a:pt x="18978" y="62029"/>
                    <a:pt x="19297" y="61710"/>
                    <a:pt x="19297" y="61265"/>
                  </a:cubicBezTo>
                  <a:lnTo>
                    <a:pt x="19297" y="42159"/>
                  </a:lnTo>
                  <a:cubicBezTo>
                    <a:pt x="19297" y="41714"/>
                    <a:pt x="18978" y="41332"/>
                    <a:pt x="18533" y="41332"/>
                  </a:cubicBezTo>
                  <a:lnTo>
                    <a:pt x="16113" y="41332"/>
                  </a:lnTo>
                  <a:lnTo>
                    <a:pt x="16113" y="30187"/>
                  </a:lnTo>
                  <a:cubicBezTo>
                    <a:pt x="24328" y="29741"/>
                    <a:pt x="30633" y="22927"/>
                    <a:pt x="30442" y="14712"/>
                  </a:cubicBezTo>
                  <a:cubicBezTo>
                    <a:pt x="30250" y="6496"/>
                    <a:pt x="23500" y="1"/>
                    <a:pt x="153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157;p38"/>
            <p:cNvSpPr/>
            <p:nvPr/>
          </p:nvSpPr>
          <p:spPr>
            <a:xfrm>
              <a:off x="972075" y="4366000"/>
              <a:ext cx="79625" cy="398050"/>
            </a:xfrm>
            <a:custGeom>
              <a:avLst/>
              <a:gdLst/>
              <a:ahLst/>
              <a:cxnLst/>
              <a:rect l="l" t="t" r="r" b="b"/>
              <a:pathLst>
                <a:path w="3185" h="15922" extrusionOk="0">
                  <a:moveTo>
                    <a:pt x="0" y="1"/>
                  </a:moveTo>
                  <a:lnTo>
                    <a:pt x="0" y="15922"/>
                  </a:lnTo>
                  <a:lnTo>
                    <a:pt x="3185" y="15922"/>
                  </a:lnTo>
                  <a:lnTo>
                    <a:pt x="318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158;p38"/>
            <p:cNvSpPr/>
            <p:nvPr/>
          </p:nvSpPr>
          <p:spPr>
            <a:xfrm>
              <a:off x="2436800" y="685075"/>
              <a:ext cx="213375" cy="214950"/>
            </a:xfrm>
            <a:custGeom>
              <a:avLst/>
              <a:gdLst/>
              <a:ahLst/>
              <a:cxnLst/>
              <a:rect l="l" t="t" r="r" b="b"/>
              <a:pathLst>
                <a:path w="8535" h="8598" extrusionOk="0">
                  <a:moveTo>
                    <a:pt x="1" y="0"/>
                  </a:moveTo>
                  <a:lnTo>
                    <a:pt x="1" y="8598"/>
                  </a:lnTo>
                  <a:lnTo>
                    <a:pt x="8534" y="8598"/>
                  </a:lnTo>
                  <a:lnTo>
                    <a:pt x="85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159;p38"/>
            <p:cNvSpPr/>
            <p:nvPr/>
          </p:nvSpPr>
          <p:spPr>
            <a:xfrm>
              <a:off x="2791850" y="685075"/>
              <a:ext cx="213350" cy="214950"/>
            </a:xfrm>
            <a:custGeom>
              <a:avLst/>
              <a:gdLst/>
              <a:ahLst/>
              <a:cxnLst/>
              <a:rect l="l" t="t" r="r" b="b"/>
              <a:pathLst>
                <a:path w="8534" h="8598" extrusionOk="0">
                  <a:moveTo>
                    <a:pt x="0" y="0"/>
                  </a:moveTo>
                  <a:lnTo>
                    <a:pt x="0" y="8598"/>
                  </a:lnTo>
                  <a:lnTo>
                    <a:pt x="8534" y="8598"/>
                  </a:lnTo>
                  <a:lnTo>
                    <a:pt x="85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160;p38"/>
            <p:cNvSpPr/>
            <p:nvPr/>
          </p:nvSpPr>
          <p:spPr>
            <a:xfrm>
              <a:off x="3146875" y="685075"/>
              <a:ext cx="213375" cy="214950"/>
            </a:xfrm>
            <a:custGeom>
              <a:avLst/>
              <a:gdLst/>
              <a:ahLst/>
              <a:cxnLst/>
              <a:rect l="l" t="t" r="r" b="b"/>
              <a:pathLst>
                <a:path w="8535" h="8598" extrusionOk="0">
                  <a:moveTo>
                    <a:pt x="1" y="0"/>
                  </a:moveTo>
                  <a:lnTo>
                    <a:pt x="1" y="8598"/>
                  </a:lnTo>
                  <a:lnTo>
                    <a:pt x="8534" y="8598"/>
                  </a:lnTo>
                  <a:lnTo>
                    <a:pt x="85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161;p38"/>
            <p:cNvSpPr/>
            <p:nvPr/>
          </p:nvSpPr>
          <p:spPr>
            <a:xfrm>
              <a:off x="2258475" y="570450"/>
              <a:ext cx="1280075" cy="444200"/>
            </a:xfrm>
            <a:custGeom>
              <a:avLst/>
              <a:gdLst/>
              <a:ahLst/>
              <a:cxnLst/>
              <a:rect l="l" t="t" r="r" b="b"/>
              <a:pathLst>
                <a:path w="51203" h="17768" extrusionOk="0">
                  <a:moveTo>
                    <a:pt x="49611" y="1592"/>
                  </a:moveTo>
                  <a:lnTo>
                    <a:pt x="49611" y="16176"/>
                  </a:lnTo>
                  <a:lnTo>
                    <a:pt x="1593" y="16176"/>
                  </a:lnTo>
                  <a:lnTo>
                    <a:pt x="1593" y="1592"/>
                  </a:lnTo>
                  <a:close/>
                  <a:moveTo>
                    <a:pt x="1" y="0"/>
                  </a:moveTo>
                  <a:lnTo>
                    <a:pt x="1" y="17768"/>
                  </a:lnTo>
                  <a:lnTo>
                    <a:pt x="51203" y="17768"/>
                  </a:lnTo>
                  <a:lnTo>
                    <a:pt x="512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162;p38"/>
            <p:cNvSpPr/>
            <p:nvPr/>
          </p:nvSpPr>
          <p:spPr>
            <a:xfrm>
              <a:off x="4947550" y="262775"/>
              <a:ext cx="1147925" cy="384100"/>
            </a:xfrm>
            <a:custGeom>
              <a:avLst/>
              <a:gdLst/>
              <a:ahLst/>
              <a:cxnLst/>
              <a:rect l="l" t="t" r="r" b="b"/>
              <a:pathLst>
                <a:path w="45917" h="15364" extrusionOk="0">
                  <a:moveTo>
                    <a:pt x="18787" y="1927"/>
                  </a:moveTo>
                  <a:lnTo>
                    <a:pt x="18787" y="1927"/>
                  </a:lnTo>
                  <a:cubicBezTo>
                    <a:pt x="15539" y="5557"/>
                    <a:pt x="18150" y="11288"/>
                    <a:pt x="22990" y="11288"/>
                  </a:cubicBezTo>
                  <a:cubicBezTo>
                    <a:pt x="27830" y="11288"/>
                    <a:pt x="30377" y="5557"/>
                    <a:pt x="27193" y="1927"/>
                  </a:cubicBezTo>
                  <a:lnTo>
                    <a:pt x="27193" y="1927"/>
                  </a:lnTo>
                  <a:cubicBezTo>
                    <a:pt x="27639" y="1990"/>
                    <a:pt x="28149" y="2054"/>
                    <a:pt x="28594" y="2118"/>
                  </a:cubicBezTo>
                  <a:cubicBezTo>
                    <a:pt x="31396" y="6512"/>
                    <a:pt x="28212" y="12307"/>
                    <a:pt x="22990" y="12307"/>
                  </a:cubicBezTo>
                  <a:cubicBezTo>
                    <a:pt x="17768" y="12307"/>
                    <a:pt x="14584" y="6512"/>
                    <a:pt x="17386" y="2118"/>
                  </a:cubicBezTo>
                  <a:cubicBezTo>
                    <a:pt x="17832" y="2054"/>
                    <a:pt x="18278" y="1990"/>
                    <a:pt x="18787" y="1927"/>
                  </a:cubicBezTo>
                  <a:close/>
                  <a:moveTo>
                    <a:pt x="30569" y="2500"/>
                  </a:moveTo>
                  <a:cubicBezTo>
                    <a:pt x="35026" y="3455"/>
                    <a:pt x="39293" y="5238"/>
                    <a:pt x="43114" y="7722"/>
                  </a:cubicBezTo>
                  <a:cubicBezTo>
                    <a:pt x="37641" y="11329"/>
                    <a:pt x="31317" y="13418"/>
                    <a:pt x="24736" y="13692"/>
                  </a:cubicBezTo>
                  <a:lnTo>
                    <a:pt x="24736" y="13692"/>
                  </a:lnTo>
                  <a:cubicBezTo>
                    <a:pt x="29704" y="12588"/>
                    <a:pt x="32491" y="7212"/>
                    <a:pt x="30569" y="2500"/>
                  </a:cubicBezTo>
                  <a:close/>
                  <a:moveTo>
                    <a:pt x="15348" y="2500"/>
                  </a:moveTo>
                  <a:lnTo>
                    <a:pt x="15348" y="2500"/>
                  </a:lnTo>
                  <a:cubicBezTo>
                    <a:pt x="13310" y="7340"/>
                    <a:pt x="16367" y="12880"/>
                    <a:pt x="21589" y="13772"/>
                  </a:cubicBezTo>
                  <a:cubicBezTo>
                    <a:pt x="14902" y="13517"/>
                    <a:pt x="8406" y="11415"/>
                    <a:pt x="2802" y="7722"/>
                  </a:cubicBezTo>
                  <a:cubicBezTo>
                    <a:pt x="6623" y="5174"/>
                    <a:pt x="10890" y="3455"/>
                    <a:pt x="15348" y="2500"/>
                  </a:cubicBezTo>
                  <a:close/>
                  <a:moveTo>
                    <a:pt x="22958" y="0"/>
                  </a:moveTo>
                  <a:cubicBezTo>
                    <a:pt x="22608" y="0"/>
                    <a:pt x="22258" y="48"/>
                    <a:pt x="21907" y="143"/>
                  </a:cubicBezTo>
                  <a:cubicBezTo>
                    <a:pt x="14393" y="334"/>
                    <a:pt x="7069" y="2754"/>
                    <a:pt x="892" y="7085"/>
                  </a:cubicBezTo>
                  <a:lnTo>
                    <a:pt x="0" y="7722"/>
                  </a:lnTo>
                  <a:lnTo>
                    <a:pt x="892" y="8359"/>
                  </a:lnTo>
                  <a:cubicBezTo>
                    <a:pt x="7388" y="12944"/>
                    <a:pt x="15030" y="15364"/>
                    <a:pt x="22926" y="15364"/>
                  </a:cubicBezTo>
                  <a:cubicBezTo>
                    <a:pt x="30823" y="15364"/>
                    <a:pt x="38529" y="12944"/>
                    <a:pt x="44961" y="8359"/>
                  </a:cubicBezTo>
                  <a:lnTo>
                    <a:pt x="45916" y="7722"/>
                  </a:lnTo>
                  <a:lnTo>
                    <a:pt x="44961" y="7085"/>
                  </a:lnTo>
                  <a:cubicBezTo>
                    <a:pt x="38847" y="2754"/>
                    <a:pt x="31524" y="334"/>
                    <a:pt x="24009" y="143"/>
                  </a:cubicBezTo>
                  <a:cubicBezTo>
                    <a:pt x="23659" y="48"/>
                    <a:pt x="23309" y="0"/>
                    <a:pt x="22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163;p38"/>
            <p:cNvSpPr/>
            <p:nvPr/>
          </p:nvSpPr>
          <p:spPr>
            <a:xfrm>
              <a:off x="5336025" y="1923725"/>
              <a:ext cx="162400" cy="135350"/>
            </a:xfrm>
            <a:custGeom>
              <a:avLst/>
              <a:gdLst/>
              <a:ahLst/>
              <a:cxnLst/>
              <a:rect l="l" t="t" r="r" b="b"/>
              <a:pathLst>
                <a:path w="6496" h="5414" extrusionOk="0">
                  <a:moveTo>
                    <a:pt x="4649" y="0"/>
                  </a:moveTo>
                  <a:lnTo>
                    <a:pt x="0" y="2675"/>
                  </a:lnTo>
                  <a:lnTo>
                    <a:pt x="4649" y="5414"/>
                  </a:lnTo>
                  <a:lnTo>
                    <a:pt x="4649" y="3503"/>
                  </a:lnTo>
                  <a:lnTo>
                    <a:pt x="5477" y="3503"/>
                  </a:lnTo>
                  <a:cubicBezTo>
                    <a:pt x="6496" y="3503"/>
                    <a:pt x="6496" y="1911"/>
                    <a:pt x="5477" y="1911"/>
                  </a:cubicBezTo>
                  <a:lnTo>
                    <a:pt x="4649" y="1911"/>
                  </a:lnTo>
                  <a:lnTo>
                    <a:pt x="464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164;p38"/>
            <p:cNvSpPr/>
            <p:nvPr/>
          </p:nvSpPr>
          <p:spPr>
            <a:xfrm>
              <a:off x="2651725" y="4047575"/>
              <a:ext cx="135375" cy="116250"/>
            </a:xfrm>
            <a:custGeom>
              <a:avLst/>
              <a:gdLst/>
              <a:ahLst/>
              <a:cxnLst/>
              <a:rect l="l" t="t" r="r" b="b"/>
              <a:pathLst>
                <a:path w="5415" h="4650" extrusionOk="0">
                  <a:moveTo>
                    <a:pt x="2739" y="1"/>
                  </a:moveTo>
                  <a:lnTo>
                    <a:pt x="1" y="4650"/>
                  </a:lnTo>
                  <a:lnTo>
                    <a:pt x="5414" y="4650"/>
                  </a:lnTo>
                  <a:lnTo>
                    <a:pt x="273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165;p38"/>
            <p:cNvSpPr/>
            <p:nvPr/>
          </p:nvSpPr>
          <p:spPr>
            <a:xfrm>
              <a:off x="2481375" y="1923725"/>
              <a:ext cx="164025" cy="135350"/>
            </a:xfrm>
            <a:custGeom>
              <a:avLst/>
              <a:gdLst/>
              <a:ahLst/>
              <a:cxnLst/>
              <a:rect l="l" t="t" r="r" b="b"/>
              <a:pathLst>
                <a:path w="6561" h="5414" extrusionOk="0">
                  <a:moveTo>
                    <a:pt x="1848" y="0"/>
                  </a:moveTo>
                  <a:lnTo>
                    <a:pt x="1848" y="1911"/>
                  </a:lnTo>
                  <a:lnTo>
                    <a:pt x="1083" y="1911"/>
                  </a:lnTo>
                  <a:cubicBezTo>
                    <a:pt x="1" y="1911"/>
                    <a:pt x="1" y="3503"/>
                    <a:pt x="1083" y="3503"/>
                  </a:cubicBezTo>
                  <a:lnTo>
                    <a:pt x="1848" y="3503"/>
                  </a:lnTo>
                  <a:lnTo>
                    <a:pt x="1848" y="5414"/>
                  </a:lnTo>
                  <a:lnTo>
                    <a:pt x="6560" y="2675"/>
                  </a:lnTo>
                  <a:lnTo>
                    <a:pt x="184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166;p38"/>
            <p:cNvSpPr/>
            <p:nvPr/>
          </p:nvSpPr>
          <p:spPr>
            <a:xfrm>
              <a:off x="1459250" y="2527125"/>
              <a:ext cx="243625" cy="208425"/>
            </a:xfrm>
            <a:custGeom>
              <a:avLst/>
              <a:gdLst/>
              <a:ahLst/>
              <a:cxnLst/>
              <a:rect l="l" t="t" r="r" b="b"/>
              <a:pathLst>
                <a:path w="9745" h="8337" extrusionOk="0">
                  <a:moveTo>
                    <a:pt x="5559" y="1576"/>
                  </a:moveTo>
                  <a:cubicBezTo>
                    <a:pt x="6878" y="1576"/>
                    <a:pt x="8152" y="2615"/>
                    <a:pt x="8152" y="4204"/>
                  </a:cubicBezTo>
                  <a:cubicBezTo>
                    <a:pt x="8152" y="5605"/>
                    <a:pt x="7006" y="6751"/>
                    <a:pt x="5541" y="6751"/>
                  </a:cubicBezTo>
                  <a:cubicBezTo>
                    <a:pt x="3248" y="6751"/>
                    <a:pt x="2102" y="3949"/>
                    <a:pt x="3758" y="2357"/>
                  </a:cubicBezTo>
                  <a:cubicBezTo>
                    <a:pt x="4276" y="1818"/>
                    <a:pt x="4923" y="1576"/>
                    <a:pt x="5559" y="1576"/>
                  </a:cubicBezTo>
                  <a:close/>
                  <a:moveTo>
                    <a:pt x="5541" y="1"/>
                  </a:moveTo>
                  <a:cubicBezTo>
                    <a:pt x="1847" y="1"/>
                    <a:pt x="1" y="4458"/>
                    <a:pt x="2612" y="7070"/>
                  </a:cubicBezTo>
                  <a:cubicBezTo>
                    <a:pt x="3467" y="7945"/>
                    <a:pt x="4527" y="8336"/>
                    <a:pt x="5566" y="8336"/>
                  </a:cubicBezTo>
                  <a:cubicBezTo>
                    <a:pt x="7699" y="8336"/>
                    <a:pt x="9744" y="6688"/>
                    <a:pt x="9744" y="4204"/>
                  </a:cubicBezTo>
                  <a:cubicBezTo>
                    <a:pt x="9744" y="1847"/>
                    <a:pt x="7897" y="1"/>
                    <a:pt x="5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167;p38"/>
            <p:cNvSpPr/>
            <p:nvPr/>
          </p:nvSpPr>
          <p:spPr>
            <a:xfrm>
              <a:off x="4718275" y="1636825"/>
              <a:ext cx="243625" cy="208900"/>
            </a:xfrm>
            <a:custGeom>
              <a:avLst/>
              <a:gdLst/>
              <a:ahLst/>
              <a:cxnLst/>
              <a:rect l="l" t="t" r="r" b="b"/>
              <a:pathLst>
                <a:path w="9745" h="8356" extrusionOk="0">
                  <a:moveTo>
                    <a:pt x="4034" y="1603"/>
                  </a:moveTo>
                  <a:cubicBezTo>
                    <a:pt x="4070" y="1603"/>
                    <a:pt x="4105" y="1604"/>
                    <a:pt x="4140" y="1605"/>
                  </a:cubicBezTo>
                  <a:cubicBezTo>
                    <a:pt x="6433" y="1605"/>
                    <a:pt x="7579" y="4344"/>
                    <a:pt x="5987" y="6000"/>
                  </a:cubicBezTo>
                  <a:cubicBezTo>
                    <a:pt x="5456" y="6531"/>
                    <a:pt x="4813" y="6767"/>
                    <a:pt x="4185" y="6767"/>
                  </a:cubicBezTo>
                  <a:cubicBezTo>
                    <a:pt x="2856" y="6767"/>
                    <a:pt x="1593" y="5710"/>
                    <a:pt x="1593" y="4153"/>
                  </a:cubicBezTo>
                  <a:cubicBezTo>
                    <a:pt x="1593" y="2787"/>
                    <a:pt x="2682" y="1603"/>
                    <a:pt x="4034" y="1603"/>
                  </a:cubicBezTo>
                  <a:close/>
                  <a:moveTo>
                    <a:pt x="4189" y="0"/>
                  </a:moveTo>
                  <a:cubicBezTo>
                    <a:pt x="2041" y="0"/>
                    <a:pt x="1" y="1654"/>
                    <a:pt x="1" y="4153"/>
                  </a:cubicBezTo>
                  <a:cubicBezTo>
                    <a:pt x="1" y="6509"/>
                    <a:pt x="1848" y="8356"/>
                    <a:pt x="4140" y="8356"/>
                  </a:cubicBezTo>
                  <a:cubicBezTo>
                    <a:pt x="7898" y="8356"/>
                    <a:pt x="9744" y="3834"/>
                    <a:pt x="7133" y="1223"/>
                  </a:cubicBezTo>
                  <a:cubicBezTo>
                    <a:pt x="6268" y="379"/>
                    <a:pt x="5216" y="0"/>
                    <a:pt x="41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168;p38"/>
            <p:cNvSpPr/>
            <p:nvPr/>
          </p:nvSpPr>
          <p:spPr>
            <a:xfrm>
              <a:off x="4971425" y="1636825"/>
              <a:ext cx="243625" cy="208900"/>
            </a:xfrm>
            <a:custGeom>
              <a:avLst/>
              <a:gdLst/>
              <a:ahLst/>
              <a:cxnLst/>
              <a:rect l="l" t="t" r="r" b="b"/>
              <a:pathLst>
                <a:path w="9745" h="8356" extrusionOk="0">
                  <a:moveTo>
                    <a:pt x="4217" y="0"/>
                  </a:moveTo>
                  <a:cubicBezTo>
                    <a:pt x="2070" y="0"/>
                    <a:pt x="0" y="1654"/>
                    <a:pt x="0" y="4153"/>
                  </a:cubicBezTo>
                  <a:cubicBezTo>
                    <a:pt x="0" y="6509"/>
                    <a:pt x="1911" y="8356"/>
                    <a:pt x="4204" y="8356"/>
                  </a:cubicBezTo>
                  <a:cubicBezTo>
                    <a:pt x="7897" y="8356"/>
                    <a:pt x="9744" y="3834"/>
                    <a:pt x="7133" y="1223"/>
                  </a:cubicBezTo>
                  <a:cubicBezTo>
                    <a:pt x="6288" y="379"/>
                    <a:pt x="5244" y="0"/>
                    <a:pt x="42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169;p38"/>
            <p:cNvSpPr/>
            <p:nvPr/>
          </p:nvSpPr>
          <p:spPr>
            <a:xfrm>
              <a:off x="6803925" y="2260975"/>
              <a:ext cx="243625" cy="208850"/>
            </a:xfrm>
            <a:custGeom>
              <a:avLst/>
              <a:gdLst/>
              <a:ahLst/>
              <a:cxnLst/>
              <a:rect l="l" t="t" r="r" b="b"/>
              <a:pathLst>
                <a:path w="9745" h="8354" extrusionOk="0">
                  <a:moveTo>
                    <a:pt x="5547" y="1"/>
                  </a:moveTo>
                  <a:cubicBezTo>
                    <a:pt x="4523" y="1"/>
                    <a:pt x="3475" y="379"/>
                    <a:pt x="2612" y="1221"/>
                  </a:cubicBezTo>
                  <a:cubicBezTo>
                    <a:pt x="1" y="3896"/>
                    <a:pt x="1848" y="8354"/>
                    <a:pt x="5605" y="8354"/>
                  </a:cubicBezTo>
                  <a:cubicBezTo>
                    <a:pt x="7898" y="8354"/>
                    <a:pt x="9744" y="6507"/>
                    <a:pt x="9744" y="4215"/>
                  </a:cubicBezTo>
                  <a:cubicBezTo>
                    <a:pt x="9744" y="1669"/>
                    <a:pt x="7699" y="1"/>
                    <a:pt x="55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170;p38"/>
            <p:cNvSpPr/>
            <p:nvPr/>
          </p:nvSpPr>
          <p:spPr>
            <a:xfrm>
              <a:off x="5711750" y="2736450"/>
              <a:ext cx="197450" cy="168025"/>
            </a:xfrm>
            <a:custGeom>
              <a:avLst/>
              <a:gdLst/>
              <a:ahLst/>
              <a:cxnLst/>
              <a:rect l="l" t="t" r="r" b="b"/>
              <a:pathLst>
                <a:path w="7898" h="6721" extrusionOk="0">
                  <a:moveTo>
                    <a:pt x="4472" y="0"/>
                  </a:moveTo>
                  <a:cubicBezTo>
                    <a:pt x="3635" y="0"/>
                    <a:pt x="2785" y="307"/>
                    <a:pt x="2102" y="989"/>
                  </a:cubicBezTo>
                  <a:cubicBezTo>
                    <a:pt x="1" y="3091"/>
                    <a:pt x="1465" y="6721"/>
                    <a:pt x="4522" y="6721"/>
                  </a:cubicBezTo>
                  <a:cubicBezTo>
                    <a:pt x="6369" y="6721"/>
                    <a:pt x="7897" y="5256"/>
                    <a:pt x="7897" y="3345"/>
                  </a:cubicBezTo>
                  <a:cubicBezTo>
                    <a:pt x="7897" y="1324"/>
                    <a:pt x="6213" y="0"/>
                    <a:pt x="44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171;p38"/>
            <p:cNvSpPr/>
            <p:nvPr/>
          </p:nvSpPr>
          <p:spPr>
            <a:xfrm>
              <a:off x="5789775" y="945725"/>
              <a:ext cx="197425" cy="169225"/>
            </a:xfrm>
            <a:custGeom>
              <a:avLst/>
              <a:gdLst/>
              <a:ahLst/>
              <a:cxnLst/>
              <a:rect l="l" t="t" r="r" b="b"/>
              <a:pathLst>
                <a:path w="7897" h="6769" extrusionOk="0">
                  <a:moveTo>
                    <a:pt x="4463" y="0"/>
                  </a:moveTo>
                  <a:cubicBezTo>
                    <a:pt x="3637" y="0"/>
                    <a:pt x="2795" y="301"/>
                    <a:pt x="2102" y="974"/>
                  </a:cubicBezTo>
                  <a:cubicBezTo>
                    <a:pt x="0" y="3139"/>
                    <a:pt x="1528" y="6769"/>
                    <a:pt x="4522" y="6769"/>
                  </a:cubicBezTo>
                  <a:cubicBezTo>
                    <a:pt x="6368" y="6769"/>
                    <a:pt x="7897" y="5241"/>
                    <a:pt x="7897" y="3394"/>
                  </a:cubicBezTo>
                  <a:cubicBezTo>
                    <a:pt x="7897" y="1358"/>
                    <a:pt x="6218" y="0"/>
                    <a:pt x="44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172;p38"/>
            <p:cNvSpPr/>
            <p:nvPr/>
          </p:nvSpPr>
          <p:spPr>
            <a:xfrm>
              <a:off x="6049275" y="945725"/>
              <a:ext cx="197450" cy="169225"/>
            </a:xfrm>
            <a:custGeom>
              <a:avLst/>
              <a:gdLst/>
              <a:ahLst/>
              <a:cxnLst/>
              <a:rect l="l" t="t" r="r" b="b"/>
              <a:pathLst>
                <a:path w="7898" h="6769" extrusionOk="0">
                  <a:moveTo>
                    <a:pt x="4464" y="0"/>
                  </a:moveTo>
                  <a:cubicBezTo>
                    <a:pt x="3638" y="0"/>
                    <a:pt x="2795" y="301"/>
                    <a:pt x="2102" y="974"/>
                  </a:cubicBezTo>
                  <a:cubicBezTo>
                    <a:pt x="1" y="3139"/>
                    <a:pt x="1529" y="6769"/>
                    <a:pt x="4522" y="6769"/>
                  </a:cubicBezTo>
                  <a:cubicBezTo>
                    <a:pt x="6369" y="6769"/>
                    <a:pt x="7897" y="5241"/>
                    <a:pt x="7897" y="3394"/>
                  </a:cubicBezTo>
                  <a:cubicBezTo>
                    <a:pt x="7897" y="1358"/>
                    <a:pt x="6219" y="0"/>
                    <a:pt x="44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173;p38"/>
            <p:cNvSpPr/>
            <p:nvPr/>
          </p:nvSpPr>
          <p:spPr>
            <a:xfrm>
              <a:off x="3006775" y="4857175"/>
              <a:ext cx="197450" cy="169575"/>
            </a:xfrm>
            <a:custGeom>
              <a:avLst/>
              <a:gdLst/>
              <a:ahLst/>
              <a:cxnLst/>
              <a:rect l="l" t="t" r="r" b="b"/>
              <a:pathLst>
                <a:path w="7898" h="6783" extrusionOk="0">
                  <a:moveTo>
                    <a:pt x="4464" y="0"/>
                  </a:moveTo>
                  <a:cubicBezTo>
                    <a:pt x="3629" y="0"/>
                    <a:pt x="2782" y="307"/>
                    <a:pt x="2102" y="987"/>
                  </a:cubicBezTo>
                  <a:cubicBezTo>
                    <a:pt x="0" y="3089"/>
                    <a:pt x="1465" y="6782"/>
                    <a:pt x="4522" y="6782"/>
                  </a:cubicBezTo>
                  <a:cubicBezTo>
                    <a:pt x="6369" y="6782"/>
                    <a:pt x="7897" y="5254"/>
                    <a:pt x="7897" y="3407"/>
                  </a:cubicBezTo>
                  <a:cubicBezTo>
                    <a:pt x="7897" y="1340"/>
                    <a:pt x="6207" y="0"/>
                    <a:pt x="44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174;p38"/>
            <p:cNvSpPr/>
            <p:nvPr/>
          </p:nvSpPr>
          <p:spPr>
            <a:xfrm>
              <a:off x="3264700" y="4857175"/>
              <a:ext cx="197450" cy="169575"/>
            </a:xfrm>
            <a:custGeom>
              <a:avLst/>
              <a:gdLst/>
              <a:ahLst/>
              <a:cxnLst/>
              <a:rect l="l" t="t" r="r" b="b"/>
              <a:pathLst>
                <a:path w="7898" h="6783" extrusionOk="0">
                  <a:moveTo>
                    <a:pt x="4511" y="0"/>
                  </a:moveTo>
                  <a:cubicBezTo>
                    <a:pt x="3686" y="0"/>
                    <a:pt x="2846" y="307"/>
                    <a:pt x="2166" y="987"/>
                  </a:cubicBezTo>
                  <a:cubicBezTo>
                    <a:pt x="0" y="3089"/>
                    <a:pt x="1529" y="6782"/>
                    <a:pt x="4522" y="6782"/>
                  </a:cubicBezTo>
                  <a:cubicBezTo>
                    <a:pt x="6369" y="6782"/>
                    <a:pt x="7897" y="5254"/>
                    <a:pt x="7897" y="3407"/>
                  </a:cubicBezTo>
                  <a:cubicBezTo>
                    <a:pt x="7897" y="1340"/>
                    <a:pt x="6236" y="0"/>
                    <a:pt x="45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175;p38"/>
            <p:cNvSpPr/>
            <p:nvPr/>
          </p:nvSpPr>
          <p:spPr>
            <a:xfrm>
              <a:off x="6307200" y="945725"/>
              <a:ext cx="195850" cy="169225"/>
            </a:xfrm>
            <a:custGeom>
              <a:avLst/>
              <a:gdLst/>
              <a:ahLst/>
              <a:cxnLst/>
              <a:rect l="l" t="t" r="r" b="b"/>
              <a:pathLst>
                <a:path w="7834" h="6769" extrusionOk="0">
                  <a:moveTo>
                    <a:pt x="4420" y="0"/>
                  </a:moveTo>
                  <a:cubicBezTo>
                    <a:pt x="3604" y="0"/>
                    <a:pt x="2774" y="301"/>
                    <a:pt x="2102" y="974"/>
                  </a:cubicBezTo>
                  <a:cubicBezTo>
                    <a:pt x="0" y="3139"/>
                    <a:pt x="1465" y="6769"/>
                    <a:pt x="4458" y="6769"/>
                  </a:cubicBezTo>
                  <a:cubicBezTo>
                    <a:pt x="6369" y="6769"/>
                    <a:pt x="7833" y="5241"/>
                    <a:pt x="7833" y="3394"/>
                  </a:cubicBezTo>
                  <a:cubicBezTo>
                    <a:pt x="7833" y="1358"/>
                    <a:pt x="6155" y="0"/>
                    <a:pt x="44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176;p38"/>
            <p:cNvSpPr/>
            <p:nvPr/>
          </p:nvSpPr>
          <p:spPr>
            <a:xfrm>
              <a:off x="3767800" y="836325"/>
              <a:ext cx="197450" cy="168025"/>
            </a:xfrm>
            <a:custGeom>
              <a:avLst/>
              <a:gdLst/>
              <a:ahLst/>
              <a:cxnLst/>
              <a:rect l="l" t="t" r="r" b="b"/>
              <a:pathLst>
                <a:path w="7898" h="6721" extrusionOk="0">
                  <a:moveTo>
                    <a:pt x="3376" y="0"/>
                  </a:moveTo>
                  <a:cubicBezTo>
                    <a:pt x="1529" y="0"/>
                    <a:pt x="0" y="1465"/>
                    <a:pt x="0" y="3375"/>
                  </a:cubicBezTo>
                  <a:cubicBezTo>
                    <a:pt x="0" y="5397"/>
                    <a:pt x="1655" y="6721"/>
                    <a:pt x="3397" y="6721"/>
                  </a:cubicBezTo>
                  <a:cubicBezTo>
                    <a:pt x="4235" y="6721"/>
                    <a:pt x="5092" y="6414"/>
                    <a:pt x="5796" y="5732"/>
                  </a:cubicBezTo>
                  <a:cubicBezTo>
                    <a:pt x="7897" y="3630"/>
                    <a:pt x="6369" y="0"/>
                    <a:pt x="33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177;p38"/>
            <p:cNvSpPr/>
            <p:nvPr/>
          </p:nvSpPr>
          <p:spPr>
            <a:xfrm>
              <a:off x="3505100" y="4547475"/>
              <a:ext cx="287750" cy="207875"/>
            </a:xfrm>
            <a:custGeom>
              <a:avLst/>
              <a:gdLst/>
              <a:ahLst/>
              <a:cxnLst/>
              <a:rect l="l" t="t" r="r" b="b"/>
              <a:pathLst>
                <a:path w="11510" h="8315" extrusionOk="0">
                  <a:moveTo>
                    <a:pt x="6004" y="1555"/>
                  </a:moveTo>
                  <a:cubicBezTo>
                    <a:pt x="7334" y="1555"/>
                    <a:pt x="8598" y="2583"/>
                    <a:pt x="8598" y="4141"/>
                  </a:cubicBezTo>
                  <a:cubicBezTo>
                    <a:pt x="8598" y="5542"/>
                    <a:pt x="7452" y="6688"/>
                    <a:pt x="6051" y="6752"/>
                  </a:cubicBezTo>
                  <a:cubicBezTo>
                    <a:pt x="3758" y="6752"/>
                    <a:pt x="2612" y="3950"/>
                    <a:pt x="4204" y="2294"/>
                  </a:cubicBezTo>
                  <a:cubicBezTo>
                    <a:pt x="4734" y="1784"/>
                    <a:pt x="5377" y="1555"/>
                    <a:pt x="6004" y="1555"/>
                  </a:cubicBezTo>
                  <a:close/>
                  <a:moveTo>
                    <a:pt x="6130" y="1"/>
                  </a:moveTo>
                  <a:cubicBezTo>
                    <a:pt x="6104" y="1"/>
                    <a:pt x="6077" y="1"/>
                    <a:pt x="6051" y="2"/>
                  </a:cubicBezTo>
                  <a:cubicBezTo>
                    <a:pt x="4013" y="2"/>
                    <a:pt x="2293" y="1403"/>
                    <a:pt x="1975" y="3377"/>
                  </a:cubicBezTo>
                  <a:lnTo>
                    <a:pt x="1083" y="3377"/>
                  </a:lnTo>
                  <a:cubicBezTo>
                    <a:pt x="1" y="3377"/>
                    <a:pt x="1" y="4969"/>
                    <a:pt x="1083" y="4969"/>
                  </a:cubicBezTo>
                  <a:lnTo>
                    <a:pt x="1975" y="4969"/>
                  </a:lnTo>
                  <a:cubicBezTo>
                    <a:pt x="2367" y="7090"/>
                    <a:pt x="4189" y="8314"/>
                    <a:pt x="6051" y="8314"/>
                  </a:cubicBezTo>
                  <a:cubicBezTo>
                    <a:pt x="7208" y="8314"/>
                    <a:pt x="8380" y="7841"/>
                    <a:pt x="9235" y="6816"/>
                  </a:cubicBezTo>
                  <a:cubicBezTo>
                    <a:pt x="11510" y="4098"/>
                    <a:pt x="9583" y="1"/>
                    <a:pt x="61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178;p38"/>
            <p:cNvSpPr/>
            <p:nvPr/>
          </p:nvSpPr>
          <p:spPr>
            <a:xfrm>
              <a:off x="1495875" y="2773900"/>
              <a:ext cx="203800" cy="1459975"/>
            </a:xfrm>
            <a:custGeom>
              <a:avLst/>
              <a:gdLst/>
              <a:ahLst/>
              <a:cxnLst/>
              <a:rect l="l" t="t" r="r" b="b"/>
              <a:pathLst>
                <a:path w="8152" h="58399" extrusionOk="0">
                  <a:moveTo>
                    <a:pt x="5859" y="13438"/>
                  </a:moveTo>
                  <a:lnTo>
                    <a:pt x="6369" y="20634"/>
                  </a:lnTo>
                  <a:lnTo>
                    <a:pt x="1783" y="20634"/>
                  </a:lnTo>
                  <a:lnTo>
                    <a:pt x="2293" y="13438"/>
                  </a:lnTo>
                  <a:close/>
                  <a:moveTo>
                    <a:pt x="4076" y="1"/>
                  </a:moveTo>
                  <a:lnTo>
                    <a:pt x="3376" y="1593"/>
                  </a:lnTo>
                  <a:cubicBezTo>
                    <a:pt x="2611" y="3312"/>
                    <a:pt x="0" y="8980"/>
                    <a:pt x="0" y="10254"/>
                  </a:cubicBezTo>
                  <a:cubicBezTo>
                    <a:pt x="64" y="11082"/>
                    <a:pt x="319" y="11909"/>
                    <a:pt x="765" y="12610"/>
                  </a:cubicBezTo>
                  <a:lnTo>
                    <a:pt x="191" y="20634"/>
                  </a:lnTo>
                  <a:lnTo>
                    <a:pt x="128" y="20634"/>
                  </a:lnTo>
                  <a:lnTo>
                    <a:pt x="128" y="21462"/>
                  </a:lnTo>
                  <a:lnTo>
                    <a:pt x="64" y="22226"/>
                  </a:lnTo>
                  <a:lnTo>
                    <a:pt x="128" y="22226"/>
                  </a:lnTo>
                  <a:lnTo>
                    <a:pt x="765" y="58399"/>
                  </a:lnTo>
                  <a:lnTo>
                    <a:pt x="7388" y="58399"/>
                  </a:lnTo>
                  <a:lnTo>
                    <a:pt x="8025" y="22163"/>
                  </a:lnTo>
                  <a:lnTo>
                    <a:pt x="8088" y="22163"/>
                  </a:lnTo>
                  <a:lnTo>
                    <a:pt x="8025" y="21398"/>
                  </a:lnTo>
                  <a:lnTo>
                    <a:pt x="8025" y="20571"/>
                  </a:lnTo>
                  <a:lnTo>
                    <a:pt x="7961" y="20571"/>
                  </a:lnTo>
                  <a:lnTo>
                    <a:pt x="7388" y="12546"/>
                  </a:lnTo>
                  <a:cubicBezTo>
                    <a:pt x="7833" y="11846"/>
                    <a:pt x="8088" y="11018"/>
                    <a:pt x="8152" y="10254"/>
                  </a:cubicBezTo>
                  <a:cubicBezTo>
                    <a:pt x="8152" y="8980"/>
                    <a:pt x="5605" y="3312"/>
                    <a:pt x="4840" y="1593"/>
                  </a:cubicBezTo>
                  <a:lnTo>
                    <a:pt x="40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179;p38"/>
            <p:cNvSpPr/>
            <p:nvPr/>
          </p:nvSpPr>
          <p:spPr>
            <a:xfrm>
              <a:off x="4119650" y="868550"/>
              <a:ext cx="133750" cy="157250"/>
            </a:xfrm>
            <a:custGeom>
              <a:avLst/>
              <a:gdLst/>
              <a:ahLst/>
              <a:cxnLst/>
              <a:rect l="l" t="t" r="r" b="b"/>
              <a:pathLst>
                <a:path w="5350" h="6290" extrusionOk="0">
                  <a:moveTo>
                    <a:pt x="2643" y="1"/>
                  </a:moveTo>
                  <a:cubicBezTo>
                    <a:pt x="2245" y="1"/>
                    <a:pt x="1847" y="271"/>
                    <a:pt x="1847" y="813"/>
                  </a:cubicBezTo>
                  <a:lnTo>
                    <a:pt x="1847" y="1577"/>
                  </a:lnTo>
                  <a:lnTo>
                    <a:pt x="1" y="1577"/>
                  </a:lnTo>
                  <a:lnTo>
                    <a:pt x="2675" y="6290"/>
                  </a:lnTo>
                  <a:lnTo>
                    <a:pt x="5350" y="1577"/>
                  </a:lnTo>
                  <a:lnTo>
                    <a:pt x="3439" y="1577"/>
                  </a:lnTo>
                  <a:lnTo>
                    <a:pt x="3439" y="813"/>
                  </a:lnTo>
                  <a:cubicBezTo>
                    <a:pt x="3439" y="271"/>
                    <a:pt x="3041" y="1"/>
                    <a:pt x="26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180;p38"/>
            <p:cNvSpPr/>
            <p:nvPr/>
          </p:nvSpPr>
          <p:spPr>
            <a:xfrm>
              <a:off x="5961700" y="1944425"/>
              <a:ext cx="812000" cy="746725"/>
            </a:xfrm>
            <a:custGeom>
              <a:avLst/>
              <a:gdLst/>
              <a:ahLst/>
              <a:cxnLst/>
              <a:rect l="l" t="t" r="r" b="b"/>
              <a:pathLst>
                <a:path w="32480" h="29869" extrusionOk="0">
                  <a:moveTo>
                    <a:pt x="27258" y="1592"/>
                  </a:moveTo>
                  <a:cubicBezTo>
                    <a:pt x="29232" y="1592"/>
                    <a:pt x="30888" y="3248"/>
                    <a:pt x="30888" y="5222"/>
                  </a:cubicBezTo>
                  <a:lnTo>
                    <a:pt x="30888" y="16112"/>
                  </a:lnTo>
                  <a:cubicBezTo>
                    <a:pt x="30888" y="18086"/>
                    <a:pt x="29232" y="19679"/>
                    <a:pt x="27258" y="19679"/>
                  </a:cubicBezTo>
                  <a:lnTo>
                    <a:pt x="24328" y="19679"/>
                  </a:lnTo>
                  <a:lnTo>
                    <a:pt x="18151" y="25856"/>
                  </a:lnTo>
                  <a:lnTo>
                    <a:pt x="18406" y="19679"/>
                  </a:lnTo>
                  <a:lnTo>
                    <a:pt x="5223" y="19679"/>
                  </a:lnTo>
                  <a:cubicBezTo>
                    <a:pt x="3249" y="19679"/>
                    <a:pt x="1593" y="18086"/>
                    <a:pt x="1593" y="16112"/>
                  </a:cubicBezTo>
                  <a:lnTo>
                    <a:pt x="1593" y="5222"/>
                  </a:lnTo>
                  <a:cubicBezTo>
                    <a:pt x="1593" y="3248"/>
                    <a:pt x="3249" y="1592"/>
                    <a:pt x="5223" y="1592"/>
                  </a:cubicBezTo>
                  <a:close/>
                  <a:moveTo>
                    <a:pt x="5223" y="0"/>
                  </a:moveTo>
                  <a:cubicBezTo>
                    <a:pt x="2357" y="0"/>
                    <a:pt x="1" y="2357"/>
                    <a:pt x="1" y="5222"/>
                  </a:cubicBezTo>
                  <a:lnTo>
                    <a:pt x="1" y="16112"/>
                  </a:lnTo>
                  <a:cubicBezTo>
                    <a:pt x="1" y="18978"/>
                    <a:pt x="2357" y="21271"/>
                    <a:pt x="5223" y="21271"/>
                  </a:cubicBezTo>
                  <a:lnTo>
                    <a:pt x="16750" y="21271"/>
                  </a:lnTo>
                  <a:lnTo>
                    <a:pt x="16431" y="29868"/>
                  </a:lnTo>
                  <a:lnTo>
                    <a:pt x="25029" y="21271"/>
                  </a:lnTo>
                  <a:lnTo>
                    <a:pt x="27258" y="21271"/>
                  </a:lnTo>
                  <a:cubicBezTo>
                    <a:pt x="30187" y="21271"/>
                    <a:pt x="32480" y="18978"/>
                    <a:pt x="32480" y="16112"/>
                  </a:cubicBezTo>
                  <a:lnTo>
                    <a:pt x="32480" y="5222"/>
                  </a:lnTo>
                  <a:cubicBezTo>
                    <a:pt x="32480" y="2357"/>
                    <a:pt x="30123" y="0"/>
                    <a:pt x="272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181;p38"/>
            <p:cNvSpPr/>
            <p:nvPr/>
          </p:nvSpPr>
          <p:spPr>
            <a:xfrm flipH="1">
              <a:off x="755540" y="1025104"/>
              <a:ext cx="1047660" cy="746725"/>
            </a:xfrm>
            <a:custGeom>
              <a:avLst/>
              <a:gdLst/>
              <a:ahLst/>
              <a:cxnLst/>
              <a:rect l="l" t="t" r="r" b="b"/>
              <a:pathLst>
                <a:path w="38849" h="29869" extrusionOk="0">
                  <a:moveTo>
                    <a:pt x="33626" y="1593"/>
                  </a:moveTo>
                  <a:cubicBezTo>
                    <a:pt x="35600" y="1593"/>
                    <a:pt x="37256" y="3248"/>
                    <a:pt x="37256" y="5223"/>
                  </a:cubicBezTo>
                  <a:lnTo>
                    <a:pt x="37256" y="16113"/>
                  </a:lnTo>
                  <a:cubicBezTo>
                    <a:pt x="37256" y="18087"/>
                    <a:pt x="35600" y="19679"/>
                    <a:pt x="33626" y="19743"/>
                  </a:cubicBezTo>
                  <a:lnTo>
                    <a:pt x="30697" y="19743"/>
                  </a:lnTo>
                  <a:lnTo>
                    <a:pt x="24519" y="25856"/>
                  </a:lnTo>
                  <a:lnTo>
                    <a:pt x="24774" y="19679"/>
                  </a:lnTo>
                  <a:lnTo>
                    <a:pt x="5223" y="19679"/>
                  </a:lnTo>
                  <a:cubicBezTo>
                    <a:pt x="3249" y="19679"/>
                    <a:pt x="1593" y="18087"/>
                    <a:pt x="1593" y="16113"/>
                  </a:cubicBezTo>
                  <a:lnTo>
                    <a:pt x="1593" y="5223"/>
                  </a:lnTo>
                  <a:cubicBezTo>
                    <a:pt x="1593" y="3248"/>
                    <a:pt x="3249" y="1593"/>
                    <a:pt x="5223" y="1593"/>
                  </a:cubicBezTo>
                  <a:close/>
                  <a:moveTo>
                    <a:pt x="5223" y="1"/>
                  </a:moveTo>
                  <a:cubicBezTo>
                    <a:pt x="2357" y="1"/>
                    <a:pt x="1" y="2357"/>
                    <a:pt x="1" y="5223"/>
                  </a:cubicBezTo>
                  <a:lnTo>
                    <a:pt x="1" y="16113"/>
                  </a:lnTo>
                  <a:cubicBezTo>
                    <a:pt x="1" y="18978"/>
                    <a:pt x="2357" y="21335"/>
                    <a:pt x="5223" y="21335"/>
                  </a:cubicBezTo>
                  <a:lnTo>
                    <a:pt x="23118" y="21335"/>
                  </a:lnTo>
                  <a:lnTo>
                    <a:pt x="22800" y="29868"/>
                  </a:lnTo>
                  <a:lnTo>
                    <a:pt x="31397" y="21335"/>
                  </a:lnTo>
                  <a:lnTo>
                    <a:pt x="33626" y="21335"/>
                  </a:lnTo>
                  <a:cubicBezTo>
                    <a:pt x="36556" y="21271"/>
                    <a:pt x="38848" y="18978"/>
                    <a:pt x="38848" y="16113"/>
                  </a:cubicBezTo>
                  <a:lnTo>
                    <a:pt x="38848" y="5223"/>
                  </a:lnTo>
                  <a:cubicBezTo>
                    <a:pt x="38848" y="2357"/>
                    <a:pt x="36556" y="1"/>
                    <a:pt x="3362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182;p38"/>
            <p:cNvSpPr/>
            <p:nvPr/>
          </p:nvSpPr>
          <p:spPr>
            <a:xfrm>
              <a:off x="5700600" y="3254725"/>
              <a:ext cx="246800" cy="1534800"/>
            </a:xfrm>
            <a:custGeom>
              <a:avLst/>
              <a:gdLst/>
              <a:ahLst/>
              <a:cxnLst/>
              <a:rect l="l" t="t" r="r" b="b"/>
              <a:pathLst>
                <a:path w="9872" h="61392" extrusionOk="0">
                  <a:moveTo>
                    <a:pt x="6751" y="16431"/>
                  </a:moveTo>
                  <a:lnTo>
                    <a:pt x="7261" y="23563"/>
                  </a:lnTo>
                  <a:lnTo>
                    <a:pt x="2675" y="23563"/>
                  </a:lnTo>
                  <a:lnTo>
                    <a:pt x="3121" y="16431"/>
                  </a:lnTo>
                  <a:close/>
                  <a:moveTo>
                    <a:pt x="4522" y="0"/>
                  </a:moveTo>
                  <a:cubicBezTo>
                    <a:pt x="3312" y="2229"/>
                    <a:pt x="1" y="8661"/>
                    <a:pt x="1" y="10890"/>
                  </a:cubicBezTo>
                  <a:cubicBezTo>
                    <a:pt x="1" y="12482"/>
                    <a:pt x="765" y="13947"/>
                    <a:pt x="1975" y="14902"/>
                  </a:cubicBezTo>
                  <a:lnTo>
                    <a:pt x="1657" y="14902"/>
                  </a:lnTo>
                  <a:lnTo>
                    <a:pt x="1020" y="23627"/>
                  </a:lnTo>
                  <a:lnTo>
                    <a:pt x="956" y="23627"/>
                  </a:lnTo>
                  <a:lnTo>
                    <a:pt x="956" y="24455"/>
                  </a:lnTo>
                  <a:lnTo>
                    <a:pt x="956" y="25219"/>
                  </a:lnTo>
                  <a:lnTo>
                    <a:pt x="1020" y="25219"/>
                  </a:lnTo>
                  <a:lnTo>
                    <a:pt x="1593" y="61391"/>
                  </a:lnTo>
                  <a:lnTo>
                    <a:pt x="8216" y="61391"/>
                  </a:lnTo>
                  <a:lnTo>
                    <a:pt x="8853" y="25219"/>
                  </a:lnTo>
                  <a:lnTo>
                    <a:pt x="8916" y="25219"/>
                  </a:lnTo>
                  <a:lnTo>
                    <a:pt x="8853" y="24455"/>
                  </a:lnTo>
                  <a:lnTo>
                    <a:pt x="8853" y="23627"/>
                  </a:lnTo>
                  <a:lnTo>
                    <a:pt x="8789" y="23627"/>
                  </a:lnTo>
                  <a:lnTo>
                    <a:pt x="8216" y="14902"/>
                  </a:lnTo>
                  <a:lnTo>
                    <a:pt x="7834" y="14902"/>
                  </a:lnTo>
                  <a:cubicBezTo>
                    <a:pt x="9108" y="13947"/>
                    <a:pt x="9872" y="12482"/>
                    <a:pt x="9872" y="10890"/>
                  </a:cubicBezTo>
                  <a:cubicBezTo>
                    <a:pt x="9872" y="8661"/>
                    <a:pt x="6560" y="2229"/>
                    <a:pt x="5350" y="0"/>
                  </a:cubicBezTo>
                  <a:lnTo>
                    <a:pt x="5350" y="9553"/>
                  </a:lnTo>
                  <a:cubicBezTo>
                    <a:pt x="7261" y="10062"/>
                    <a:pt x="6879" y="12801"/>
                    <a:pt x="4904" y="12801"/>
                  </a:cubicBezTo>
                  <a:cubicBezTo>
                    <a:pt x="2994" y="12801"/>
                    <a:pt x="2612" y="10062"/>
                    <a:pt x="4522" y="9553"/>
                  </a:cubicBezTo>
                  <a:lnTo>
                    <a:pt x="45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183;p38"/>
            <p:cNvSpPr/>
            <p:nvPr/>
          </p:nvSpPr>
          <p:spPr>
            <a:xfrm>
              <a:off x="6150075" y="3201275"/>
              <a:ext cx="131675" cy="74175"/>
            </a:xfrm>
            <a:custGeom>
              <a:avLst/>
              <a:gdLst/>
              <a:ahLst/>
              <a:cxnLst/>
              <a:rect l="l" t="t" r="r" b="b"/>
              <a:pathLst>
                <a:path w="5267" h="2967" extrusionOk="0">
                  <a:moveTo>
                    <a:pt x="1179" y="1"/>
                  </a:moveTo>
                  <a:cubicBezTo>
                    <a:pt x="396" y="1"/>
                    <a:pt x="0" y="1235"/>
                    <a:pt x="936" y="1565"/>
                  </a:cubicBezTo>
                  <a:cubicBezTo>
                    <a:pt x="1891" y="1947"/>
                    <a:pt x="2846" y="2329"/>
                    <a:pt x="3802" y="2839"/>
                  </a:cubicBezTo>
                  <a:cubicBezTo>
                    <a:pt x="3865" y="2902"/>
                    <a:pt x="3993" y="2966"/>
                    <a:pt x="4120" y="2966"/>
                  </a:cubicBezTo>
                  <a:cubicBezTo>
                    <a:pt x="4948" y="2966"/>
                    <a:pt x="5266" y="1820"/>
                    <a:pt x="4502" y="1438"/>
                  </a:cubicBezTo>
                  <a:cubicBezTo>
                    <a:pt x="3547" y="928"/>
                    <a:pt x="2528" y="482"/>
                    <a:pt x="1573" y="100"/>
                  </a:cubicBezTo>
                  <a:cubicBezTo>
                    <a:pt x="1434" y="31"/>
                    <a:pt x="1302" y="1"/>
                    <a:pt x="11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184;p38"/>
            <p:cNvSpPr/>
            <p:nvPr/>
          </p:nvSpPr>
          <p:spPr>
            <a:xfrm>
              <a:off x="6616075" y="3944100"/>
              <a:ext cx="157625" cy="176750"/>
            </a:xfrm>
            <a:custGeom>
              <a:avLst/>
              <a:gdLst/>
              <a:ahLst/>
              <a:cxnLst/>
              <a:rect l="l" t="t" r="r" b="b"/>
              <a:pathLst>
                <a:path w="6305" h="7070" extrusionOk="0">
                  <a:moveTo>
                    <a:pt x="3121" y="0"/>
                  </a:moveTo>
                  <a:cubicBezTo>
                    <a:pt x="2675" y="0"/>
                    <a:pt x="2293" y="319"/>
                    <a:pt x="2293" y="765"/>
                  </a:cubicBezTo>
                  <a:lnTo>
                    <a:pt x="0" y="765"/>
                  </a:lnTo>
                  <a:lnTo>
                    <a:pt x="0" y="7069"/>
                  </a:lnTo>
                  <a:lnTo>
                    <a:pt x="6305" y="7069"/>
                  </a:lnTo>
                  <a:lnTo>
                    <a:pt x="6305" y="828"/>
                  </a:lnTo>
                  <a:lnTo>
                    <a:pt x="3885" y="828"/>
                  </a:lnTo>
                  <a:lnTo>
                    <a:pt x="3885" y="765"/>
                  </a:lnTo>
                  <a:cubicBezTo>
                    <a:pt x="3885" y="319"/>
                    <a:pt x="3566" y="0"/>
                    <a:pt x="31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185;p38"/>
            <p:cNvSpPr/>
            <p:nvPr/>
          </p:nvSpPr>
          <p:spPr>
            <a:xfrm>
              <a:off x="6299225" y="3275275"/>
              <a:ext cx="313675" cy="328125"/>
            </a:xfrm>
            <a:custGeom>
              <a:avLst/>
              <a:gdLst/>
              <a:ahLst/>
              <a:cxnLst/>
              <a:rect l="l" t="t" r="r" b="b"/>
              <a:pathLst>
                <a:path w="12547" h="13125" extrusionOk="0">
                  <a:moveTo>
                    <a:pt x="920" y="1"/>
                  </a:moveTo>
                  <a:cubicBezTo>
                    <a:pt x="664" y="1"/>
                    <a:pt x="420" y="141"/>
                    <a:pt x="256" y="388"/>
                  </a:cubicBezTo>
                  <a:cubicBezTo>
                    <a:pt x="1" y="707"/>
                    <a:pt x="128" y="1216"/>
                    <a:pt x="510" y="1471"/>
                  </a:cubicBezTo>
                  <a:cubicBezTo>
                    <a:pt x="1338" y="2044"/>
                    <a:pt x="2166" y="2617"/>
                    <a:pt x="2994" y="3318"/>
                  </a:cubicBezTo>
                  <a:cubicBezTo>
                    <a:pt x="3121" y="3381"/>
                    <a:pt x="3312" y="3445"/>
                    <a:pt x="3504" y="3445"/>
                  </a:cubicBezTo>
                  <a:lnTo>
                    <a:pt x="3567" y="3445"/>
                  </a:lnTo>
                  <a:lnTo>
                    <a:pt x="3567" y="9049"/>
                  </a:lnTo>
                  <a:lnTo>
                    <a:pt x="9490" y="9049"/>
                  </a:lnTo>
                  <a:cubicBezTo>
                    <a:pt x="9171" y="9304"/>
                    <a:pt x="9108" y="9750"/>
                    <a:pt x="9299" y="10068"/>
                  </a:cubicBezTo>
                  <a:cubicBezTo>
                    <a:pt x="9936" y="10960"/>
                    <a:pt x="10445" y="11851"/>
                    <a:pt x="10955" y="12743"/>
                  </a:cubicBezTo>
                  <a:cubicBezTo>
                    <a:pt x="11082" y="12998"/>
                    <a:pt x="11337" y="13125"/>
                    <a:pt x="11655" y="13125"/>
                  </a:cubicBezTo>
                  <a:cubicBezTo>
                    <a:pt x="11782" y="13125"/>
                    <a:pt x="11910" y="13125"/>
                    <a:pt x="12037" y="12998"/>
                  </a:cubicBezTo>
                  <a:cubicBezTo>
                    <a:pt x="12419" y="12807"/>
                    <a:pt x="12547" y="12361"/>
                    <a:pt x="12356" y="11915"/>
                  </a:cubicBezTo>
                  <a:cubicBezTo>
                    <a:pt x="11846" y="11023"/>
                    <a:pt x="11273" y="10068"/>
                    <a:pt x="10636" y="9177"/>
                  </a:cubicBezTo>
                  <a:cubicBezTo>
                    <a:pt x="10445" y="8922"/>
                    <a:pt x="10190" y="8858"/>
                    <a:pt x="9872" y="8858"/>
                  </a:cubicBezTo>
                  <a:lnTo>
                    <a:pt x="9872" y="2744"/>
                  </a:lnTo>
                  <a:lnTo>
                    <a:pt x="4268" y="2744"/>
                  </a:lnTo>
                  <a:cubicBezTo>
                    <a:pt x="4268" y="2490"/>
                    <a:pt x="4204" y="2235"/>
                    <a:pt x="4013" y="2044"/>
                  </a:cubicBezTo>
                  <a:cubicBezTo>
                    <a:pt x="3121" y="1407"/>
                    <a:pt x="2230" y="707"/>
                    <a:pt x="1338" y="133"/>
                  </a:cubicBezTo>
                  <a:cubicBezTo>
                    <a:pt x="1203" y="43"/>
                    <a:pt x="1060" y="1"/>
                    <a:pt x="9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186;p38"/>
            <p:cNvSpPr/>
            <p:nvPr/>
          </p:nvSpPr>
          <p:spPr>
            <a:xfrm>
              <a:off x="5732450" y="3078000"/>
              <a:ext cx="244700" cy="157625"/>
            </a:xfrm>
            <a:custGeom>
              <a:avLst/>
              <a:gdLst/>
              <a:ahLst/>
              <a:cxnLst/>
              <a:rect l="l" t="t" r="r" b="b"/>
              <a:pathLst>
                <a:path w="9788" h="6305" extrusionOk="0">
                  <a:moveTo>
                    <a:pt x="0" y="0"/>
                  </a:moveTo>
                  <a:lnTo>
                    <a:pt x="0" y="6305"/>
                  </a:lnTo>
                  <a:lnTo>
                    <a:pt x="6305" y="6305"/>
                  </a:lnTo>
                  <a:lnTo>
                    <a:pt x="6305" y="4140"/>
                  </a:lnTo>
                  <a:cubicBezTo>
                    <a:pt x="7133" y="4140"/>
                    <a:pt x="7834" y="4203"/>
                    <a:pt x="8598" y="4267"/>
                  </a:cubicBezTo>
                  <a:lnTo>
                    <a:pt x="8725" y="4267"/>
                  </a:lnTo>
                  <a:cubicBezTo>
                    <a:pt x="8745" y="4268"/>
                    <a:pt x="8765" y="4269"/>
                    <a:pt x="8784" y="4269"/>
                  </a:cubicBezTo>
                  <a:cubicBezTo>
                    <a:pt x="9746" y="4269"/>
                    <a:pt x="9788" y="2737"/>
                    <a:pt x="8789" y="2675"/>
                  </a:cubicBezTo>
                  <a:cubicBezTo>
                    <a:pt x="7961" y="2611"/>
                    <a:pt x="7133" y="2548"/>
                    <a:pt x="6305" y="2548"/>
                  </a:cubicBezTo>
                  <a:lnTo>
                    <a:pt x="63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187;p38"/>
            <p:cNvSpPr/>
            <p:nvPr/>
          </p:nvSpPr>
          <p:spPr>
            <a:xfrm>
              <a:off x="6651200" y="3786250"/>
              <a:ext cx="58825" cy="118075"/>
            </a:xfrm>
            <a:custGeom>
              <a:avLst/>
              <a:gdLst/>
              <a:ahLst/>
              <a:cxnLst/>
              <a:rect l="l" t="t" r="r" b="b"/>
              <a:pathLst>
                <a:path w="2353" h="4723" extrusionOk="0">
                  <a:moveTo>
                    <a:pt x="968" y="1"/>
                  </a:moveTo>
                  <a:cubicBezTo>
                    <a:pt x="491" y="1"/>
                    <a:pt x="1" y="395"/>
                    <a:pt x="187" y="1029"/>
                  </a:cubicBezTo>
                  <a:cubicBezTo>
                    <a:pt x="378" y="1984"/>
                    <a:pt x="569" y="3003"/>
                    <a:pt x="697" y="4022"/>
                  </a:cubicBezTo>
                  <a:cubicBezTo>
                    <a:pt x="760" y="4404"/>
                    <a:pt x="1079" y="4722"/>
                    <a:pt x="1524" y="4722"/>
                  </a:cubicBezTo>
                  <a:lnTo>
                    <a:pt x="1588" y="4722"/>
                  </a:lnTo>
                  <a:cubicBezTo>
                    <a:pt x="2034" y="4659"/>
                    <a:pt x="2352" y="4276"/>
                    <a:pt x="2289" y="3831"/>
                  </a:cubicBezTo>
                  <a:cubicBezTo>
                    <a:pt x="2161" y="2748"/>
                    <a:pt x="1970" y="1729"/>
                    <a:pt x="1716" y="646"/>
                  </a:cubicBezTo>
                  <a:cubicBezTo>
                    <a:pt x="1636" y="198"/>
                    <a:pt x="1306" y="1"/>
                    <a:pt x="9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188;p38"/>
            <p:cNvSpPr/>
            <p:nvPr/>
          </p:nvSpPr>
          <p:spPr>
            <a:xfrm>
              <a:off x="6007875" y="3155300"/>
              <a:ext cx="121025" cy="59650"/>
            </a:xfrm>
            <a:custGeom>
              <a:avLst/>
              <a:gdLst/>
              <a:ahLst/>
              <a:cxnLst/>
              <a:rect l="l" t="t" r="r" b="b"/>
              <a:pathLst>
                <a:path w="4841" h="2386" extrusionOk="0">
                  <a:moveTo>
                    <a:pt x="759" y="0"/>
                  </a:moveTo>
                  <a:cubicBezTo>
                    <a:pt x="402" y="0"/>
                    <a:pt x="118" y="287"/>
                    <a:pt x="64" y="666"/>
                  </a:cubicBezTo>
                  <a:cubicBezTo>
                    <a:pt x="1" y="1111"/>
                    <a:pt x="255" y="1557"/>
                    <a:pt x="701" y="1621"/>
                  </a:cubicBezTo>
                  <a:cubicBezTo>
                    <a:pt x="1720" y="1812"/>
                    <a:pt x="2739" y="2067"/>
                    <a:pt x="3694" y="2385"/>
                  </a:cubicBezTo>
                  <a:lnTo>
                    <a:pt x="3949" y="2385"/>
                  </a:lnTo>
                  <a:cubicBezTo>
                    <a:pt x="4268" y="2321"/>
                    <a:pt x="4586" y="2130"/>
                    <a:pt x="4713" y="1812"/>
                  </a:cubicBezTo>
                  <a:cubicBezTo>
                    <a:pt x="4841" y="1366"/>
                    <a:pt x="4586" y="920"/>
                    <a:pt x="4140" y="793"/>
                  </a:cubicBezTo>
                  <a:cubicBezTo>
                    <a:pt x="3121" y="475"/>
                    <a:pt x="2102" y="220"/>
                    <a:pt x="956" y="29"/>
                  </a:cubicBezTo>
                  <a:cubicBezTo>
                    <a:pt x="889" y="10"/>
                    <a:pt x="823" y="0"/>
                    <a:pt x="7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189;p38"/>
            <p:cNvSpPr/>
            <p:nvPr/>
          </p:nvSpPr>
          <p:spPr>
            <a:xfrm>
              <a:off x="6599900" y="3634350"/>
              <a:ext cx="76675" cy="115525"/>
            </a:xfrm>
            <a:custGeom>
              <a:avLst/>
              <a:gdLst/>
              <a:ahLst/>
              <a:cxnLst/>
              <a:rect l="l" t="t" r="r" b="b"/>
              <a:pathLst>
                <a:path w="3067" h="4621" extrusionOk="0">
                  <a:moveTo>
                    <a:pt x="1048" y="1"/>
                  </a:moveTo>
                  <a:cubicBezTo>
                    <a:pt x="518" y="1"/>
                    <a:pt x="0" y="525"/>
                    <a:pt x="329" y="1182"/>
                  </a:cubicBezTo>
                  <a:cubicBezTo>
                    <a:pt x="711" y="2074"/>
                    <a:pt x="1093" y="3092"/>
                    <a:pt x="1411" y="4048"/>
                  </a:cubicBezTo>
                  <a:cubicBezTo>
                    <a:pt x="1539" y="4366"/>
                    <a:pt x="1857" y="4621"/>
                    <a:pt x="2175" y="4621"/>
                  </a:cubicBezTo>
                  <a:cubicBezTo>
                    <a:pt x="2239" y="4621"/>
                    <a:pt x="2366" y="4621"/>
                    <a:pt x="2430" y="4557"/>
                  </a:cubicBezTo>
                  <a:cubicBezTo>
                    <a:pt x="2812" y="4430"/>
                    <a:pt x="3067" y="3984"/>
                    <a:pt x="2940" y="3538"/>
                  </a:cubicBezTo>
                  <a:cubicBezTo>
                    <a:pt x="2621" y="2519"/>
                    <a:pt x="2239" y="1500"/>
                    <a:pt x="1793" y="545"/>
                  </a:cubicBezTo>
                  <a:cubicBezTo>
                    <a:pt x="1635" y="160"/>
                    <a:pt x="1340" y="1"/>
                    <a:pt x="10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190;p38"/>
            <p:cNvSpPr/>
            <p:nvPr/>
          </p:nvSpPr>
          <p:spPr>
            <a:xfrm>
              <a:off x="238125" y="2229325"/>
              <a:ext cx="224500" cy="433150"/>
            </a:xfrm>
            <a:custGeom>
              <a:avLst/>
              <a:gdLst/>
              <a:ahLst/>
              <a:cxnLst/>
              <a:rect l="l" t="t" r="r" b="b"/>
              <a:pathLst>
                <a:path w="8980" h="17326" extrusionOk="0">
                  <a:moveTo>
                    <a:pt x="5509" y="0"/>
                  </a:moveTo>
                  <a:cubicBezTo>
                    <a:pt x="5187" y="0"/>
                    <a:pt x="4877" y="174"/>
                    <a:pt x="4776" y="577"/>
                  </a:cubicBezTo>
                  <a:cubicBezTo>
                    <a:pt x="4458" y="1659"/>
                    <a:pt x="4267" y="2742"/>
                    <a:pt x="4076" y="3761"/>
                  </a:cubicBezTo>
                  <a:cubicBezTo>
                    <a:pt x="4012" y="4079"/>
                    <a:pt x="4076" y="4334"/>
                    <a:pt x="4331" y="4525"/>
                  </a:cubicBezTo>
                  <a:lnTo>
                    <a:pt x="0" y="8856"/>
                  </a:lnTo>
                  <a:lnTo>
                    <a:pt x="4012" y="12868"/>
                  </a:lnTo>
                  <a:cubicBezTo>
                    <a:pt x="3757" y="12995"/>
                    <a:pt x="3694" y="13250"/>
                    <a:pt x="3694" y="13505"/>
                  </a:cubicBezTo>
                  <a:cubicBezTo>
                    <a:pt x="3821" y="14587"/>
                    <a:pt x="4012" y="15670"/>
                    <a:pt x="4203" y="16689"/>
                  </a:cubicBezTo>
                  <a:cubicBezTo>
                    <a:pt x="4267" y="17071"/>
                    <a:pt x="4585" y="17326"/>
                    <a:pt x="4967" y="17326"/>
                  </a:cubicBezTo>
                  <a:lnTo>
                    <a:pt x="5158" y="17326"/>
                  </a:lnTo>
                  <a:cubicBezTo>
                    <a:pt x="5541" y="17262"/>
                    <a:pt x="5859" y="16816"/>
                    <a:pt x="5732" y="16434"/>
                  </a:cubicBezTo>
                  <a:cubicBezTo>
                    <a:pt x="5541" y="15415"/>
                    <a:pt x="5413" y="14396"/>
                    <a:pt x="5286" y="13377"/>
                  </a:cubicBezTo>
                  <a:cubicBezTo>
                    <a:pt x="5222" y="13123"/>
                    <a:pt x="5158" y="12932"/>
                    <a:pt x="4967" y="12804"/>
                  </a:cubicBezTo>
                  <a:lnTo>
                    <a:pt x="8979" y="8856"/>
                  </a:lnTo>
                  <a:lnTo>
                    <a:pt x="4776" y="4716"/>
                  </a:lnTo>
                  <a:lnTo>
                    <a:pt x="4840" y="4716"/>
                  </a:lnTo>
                  <a:cubicBezTo>
                    <a:pt x="5222" y="4716"/>
                    <a:pt x="5541" y="4462"/>
                    <a:pt x="5668" y="4079"/>
                  </a:cubicBezTo>
                  <a:cubicBezTo>
                    <a:pt x="5859" y="3061"/>
                    <a:pt x="6050" y="2042"/>
                    <a:pt x="6368" y="1023"/>
                  </a:cubicBezTo>
                  <a:cubicBezTo>
                    <a:pt x="6522" y="407"/>
                    <a:pt x="6001" y="0"/>
                    <a:pt x="55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191;p38"/>
            <p:cNvSpPr/>
            <p:nvPr/>
          </p:nvSpPr>
          <p:spPr>
            <a:xfrm>
              <a:off x="417375" y="2847300"/>
              <a:ext cx="91425" cy="108125"/>
            </a:xfrm>
            <a:custGeom>
              <a:avLst/>
              <a:gdLst/>
              <a:ahLst/>
              <a:cxnLst/>
              <a:rect l="l" t="t" r="r" b="b"/>
              <a:pathLst>
                <a:path w="3657" h="4325" extrusionOk="0">
                  <a:moveTo>
                    <a:pt x="1064" y="1"/>
                  </a:moveTo>
                  <a:cubicBezTo>
                    <a:pt x="528" y="1"/>
                    <a:pt x="1" y="559"/>
                    <a:pt x="345" y="1204"/>
                  </a:cubicBezTo>
                  <a:cubicBezTo>
                    <a:pt x="918" y="2159"/>
                    <a:pt x="1427" y="3051"/>
                    <a:pt x="2064" y="3942"/>
                  </a:cubicBezTo>
                  <a:cubicBezTo>
                    <a:pt x="2192" y="4197"/>
                    <a:pt x="2446" y="4325"/>
                    <a:pt x="2701" y="4325"/>
                  </a:cubicBezTo>
                  <a:cubicBezTo>
                    <a:pt x="2892" y="4325"/>
                    <a:pt x="3019" y="4261"/>
                    <a:pt x="3147" y="4197"/>
                  </a:cubicBezTo>
                  <a:cubicBezTo>
                    <a:pt x="3529" y="3942"/>
                    <a:pt x="3656" y="3433"/>
                    <a:pt x="3402" y="3051"/>
                  </a:cubicBezTo>
                  <a:cubicBezTo>
                    <a:pt x="2828" y="2223"/>
                    <a:pt x="2255" y="1331"/>
                    <a:pt x="1746" y="440"/>
                  </a:cubicBezTo>
                  <a:cubicBezTo>
                    <a:pt x="1580" y="130"/>
                    <a:pt x="1321" y="1"/>
                    <a:pt x="10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192;p38"/>
            <p:cNvSpPr/>
            <p:nvPr/>
          </p:nvSpPr>
          <p:spPr>
            <a:xfrm>
              <a:off x="360700" y="2701425"/>
              <a:ext cx="71675" cy="113900"/>
            </a:xfrm>
            <a:custGeom>
              <a:avLst/>
              <a:gdLst/>
              <a:ahLst/>
              <a:cxnLst/>
              <a:rect l="l" t="t" r="r" b="b"/>
              <a:pathLst>
                <a:path w="2867" h="4556" extrusionOk="0">
                  <a:moveTo>
                    <a:pt x="908" y="1"/>
                  </a:moveTo>
                  <a:cubicBezTo>
                    <a:pt x="839" y="1"/>
                    <a:pt x="769" y="11"/>
                    <a:pt x="701" y="34"/>
                  </a:cubicBezTo>
                  <a:cubicBezTo>
                    <a:pt x="255" y="161"/>
                    <a:pt x="1" y="607"/>
                    <a:pt x="128" y="989"/>
                  </a:cubicBezTo>
                  <a:cubicBezTo>
                    <a:pt x="446" y="2072"/>
                    <a:pt x="829" y="3091"/>
                    <a:pt x="1274" y="4046"/>
                  </a:cubicBezTo>
                  <a:cubicBezTo>
                    <a:pt x="1402" y="4364"/>
                    <a:pt x="1656" y="4555"/>
                    <a:pt x="1975" y="4555"/>
                  </a:cubicBezTo>
                  <a:cubicBezTo>
                    <a:pt x="2102" y="4555"/>
                    <a:pt x="2230" y="4555"/>
                    <a:pt x="2293" y="4492"/>
                  </a:cubicBezTo>
                  <a:cubicBezTo>
                    <a:pt x="2675" y="4301"/>
                    <a:pt x="2866" y="3855"/>
                    <a:pt x="2675" y="3473"/>
                  </a:cubicBezTo>
                  <a:cubicBezTo>
                    <a:pt x="2293" y="2517"/>
                    <a:pt x="1911" y="1499"/>
                    <a:pt x="1656" y="543"/>
                  </a:cubicBezTo>
                  <a:cubicBezTo>
                    <a:pt x="1552" y="229"/>
                    <a:pt x="1231" y="1"/>
                    <a:pt x="9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193;p38"/>
            <p:cNvSpPr/>
            <p:nvPr/>
          </p:nvSpPr>
          <p:spPr>
            <a:xfrm>
              <a:off x="379800" y="2081500"/>
              <a:ext cx="80800" cy="112900"/>
            </a:xfrm>
            <a:custGeom>
              <a:avLst/>
              <a:gdLst/>
              <a:ahLst/>
              <a:cxnLst/>
              <a:rect l="l" t="t" r="r" b="b"/>
              <a:pathLst>
                <a:path w="3232" h="4516" extrusionOk="0">
                  <a:moveTo>
                    <a:pt x="2170" y="1"/>
                  </a:moveTo>
                  <a:cubicBezTo>
                    <a:pt x="1919" y="1"/>
                    <a:pt x="1674" y="130"/>
                    <a:pt x="1529" y="440"/>
                  </a:cubicBezTo>
                  <a:cubicBezTo>
                    <a:pt x="1020" y="1395"/>
                    <a:pt x="574" y="2414"/>
                    <a:pt x="192" y="3433"/>
                  </a:cubicBezTo>
                  <a:cubicBezTo>
                    <a:pt x="1" y="3815"/>
                    <a:pt x="192" y="4325"/>
                    <a:pt x="638" y="4516"/>
                  </a:cubicBezTo>
                  <a:lnTo>
                    <a:pt x="892" y="4516"/>
                  </a:lnTo>
                  <a:cubicBezTo>
                    <a:pt x="1211" y="4516"/>
                    <a:pt x="1529" y="4325"/>
                    <a:pt x="1657" y="4006"/>
                  </a:cubicBezTo>
                  <a:cubicBezTo>
                    <a:pt x="2039" y="3051"/>
                    <a:pt x="2421" y="2096"/>
                    <a:pt x="2930" y="1204"/>
                  </a:cubicBezTo>
                  <a:cubicBezTo>
                    <a:pt x="3231" y="559"/>
                    <a:pt x="2690" y="1"/>
                    <a:pt x="21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194;p38"/>
            <p:cNvSpPr/>
            <p:nvPr/>
          </p:nvSpPr>
          <p:spPr>
            <a:xfrm>
              <a:off x="516725" y="1740625"/>
              <a:ext cx="222925" cy="222925"/>
            </a:xfrm>
            <a:custGeom>
              <a:avLst/>
              <a:gdLst/>
              <a:ahLst/>
              <a:cxnLst/>
              <a:rect l="l" t="t" r="r" b="b"/>
              <a:pathLst>
                <a:path w="8917" h="8917" extrusionOk="0">
                  <a:moveTo>
                    <a:pt x="4459" y="1"/>
                  </a:moveTo>
                  <a:lnTo>
                    <a:pt x="1" y="4459"/>
                  </a:lnTo>
                  <a:lnTo>
                    <a:pt x="1656" y="6114"/>
                  </a:lnTo>
                  <a:lnTo>
                    <a:pt x="1656" y="6178"/>
                  </a:lnTo>
                  <a:cubicBezTo>
                    <a:pt x="1338" y="6496"/>
                    <a:pt x="1338" y="7006"/>
                    <a:pt x="1656" y="7324"/>
                  </a:cubicBezTo>
                  <a:cubicBezTo>
                    <a:pt x="1784" y="7452"/>
                    <a:pt x="1975" y="7515"/>
                    <a:pt x="2230" y="7515"/>
                  </a:cubicBezTo>
                  <a:cubicBezTo>
                    <a:pt x="2421" y="7515"/>
                    <a:pt x="2612" y="7452"/>
                    <a:pt x="2803" y="7261"/>
                  </a:cubicBezTo>
                  <a:lnTo>
                    <a:pt x="4459" y="8916"/>
                  </a:lnTo>
                  <a:lnTo>
                    <a:pt x="8916" y="4459"/>
                  </a:lnTo>
                  <a:lnTo>
                    <a:pt x="445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195;p38"/>
            <p:cNvSpPr/>
            <p:nvPr/>
          </p:nvSpPr>
          <p:spPr>
            <a:xfrm>
              <a:off x="451450" y="1948450"/>
              <a:ext cx="90775" cy="104250"/>
            </a:xfrm>
            <a:custGeom>
              <a:avLst/>
              <a:gdLst/>
              <a:ahLst/>
              <a:cxnLst/>
              <a:rect l="l" t="t" r="r" b="b"/>
              <a:pathLst>
                <a:path w="3631" h="4170" extrusionOk="0">
                  <a:moveTo>
                    <a:pt x="2782" y="0"/>
                  </a:moveTo>
                  <a:cubicBezTo>
                    <a:pt x="2549" y="0"/>
                    <a:pt x="2314" y="100"/>
                    <a:pt x="2166" y="285"/>
                  </a:cubicBezTo>
                  <a:cubicBezTo>
                    <a:pt x="1465" y="1113"/>
                    <a:pt x="829" y="2005"/>
                    <a:pt x="255" y="2960"/>
                  </a:cubicBezTo>
                  <a:cubicBezTo>
                    <a:pt x="1" y="3342"/>
                    <a:pt x="128" y="3788"/>
                    <a:pt x="510" y="4042"/>
                  </a:cubicBezTo>
                  <a:cubicBezTo>
                    <a:pt x="637" y="4106"/>
                    <a:pt x="765" y="4170"/>
                    <a:pt x="892" y="4170"/>
                  </a:cubicBezTo>
                  <a:cubicBezTo>
                    <a:pt x="1211" y="4170"/>
                    <a:pt x="1465" y="4042"/>
                    <a:pt x="1593" y="3788"/>
                  </a:cubicBezTo>
                  <a:cubicBezTo>
                    <a:pt x="2166" y="2960"/>
                    <a:pt x="2739" y="2068"/>
                    <a:pt x="3376" y="1304"/>
                  </a:cubicBezTo>
                  <a:cubicBezTo>
                    <a:pt x="3631" y="922"/>
                    <a:pt x="3567" y="412"/>
                    <a:pt x="3249" y="158"/>
                  </a:cubicBezTo>
                  <a:cubicBezTo>
                    <a:pt x="3116" y="51"/>
                    <a:pt x="2949" y="0"/>
                    <a:pt x="278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196;p38"/>
            <p:cNvSpPr/>
            <p:nvPr/>
          </p:nvSpPr>
          <p:spPr>
            <a:xfrm>
              <a:off x="504525" y="2977900"/>
              <a:ext cx="231950" cy="235450"/>
            </a:xfrm>
            <a:custGeom>
              <a:avLst/>
              <a:gdLst/>
              <a:ahLst/>
              <a:cxnLst/>
              <a:rect l="l" t="t" r="r" b="b"/>
              <a:pathLst>
                <a:path w="9278" h="9418" extrusionOk="0">
                  <a:moveTo>
                    <a:pt x="1102" y="1"/>
                  </a:moveTo>
                  <a:cubicBezTo>
                    <a:pt x="511" y="1"/>
                    <a:pt x="0" y="732"/>
                    <a:pt x="552" y="1330"/>
                  </a:cubicBezTo>
                  <a:cubicBezTo>
                    <a:pt x="1062" y="1966"/>
                    <a:pt x="1635" y="2603"/>
                    <a:pt x="2144" y="3176"/>
                  </a:cubicBezTo>
                  <a:lnTo>
                    <a:pt x="361" y="4959"/>
                  </a:lnTo>
                  <a:lnTo>
                    <a:pt x="4819" y="9417"/>
                  </a:lnTo>
                  <a:lnTo>
                    <a:pt x="9277" y="4959"/>
                  </a:lnTo>
                  <a:lnTo>
                    <a:pt x="4819" y="502"/>
                  </a:lnTo>
                  <a:lnTo>
                    <a:pt x="3291" y="2094"/>
                  </a:lnTo>
                  <a:cubicBezTo>
                    <a:pt x="2781" y="1521"/>
                    <a:pt x="2272" y="947"/>
                    <a:pt x="1762" y="374"/>
                  </a:cubicBezTo>
                  <a:cubicBezTo>
                    <a:pt x="1568" y="109"/>
                    <a:pt x="1329" y="1"/>
                    <a:pt x="11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197;p38"/>
            <p:cNvSpPr/>
            <p:nvPr/>
          </p:nvSpPr>
          <p:spPr>
            <a:xfrm>
              <a:off x="7060250" y="2937275"/>
              <a:ext cx="87600" cy="107625"/>
            </a:xfrm>
            <a:custGeom>
              <a:avLst/>
              <a:gdLst/>
              <a:ahLst/>
              <a:cxnLst/>
              <a:rect l="l" t="t" r="r" b="b"/>
              <a:pathLst>
                <a:path w="3504" h="4305" extrusionOk="0">
                  <a:moveTo>
                    <a:pt x="2565" y="1"/>
                  </a:moveTo>
                  <a:cubicBezTo>
                    <a:pt x="2291" y="1"/>
                    <a:pt x="2024" y="143"/>
                    <a:pt x="1848" y="407"/>
                  </a:cubicBezTo>
                  <a:cubicBezTo>
                    <a:pt x="1402" y="1362"/>
                    <a:pt x="829" y="2254"/>
                    <a:pt x="256" y="3082"/>
                  </a:cubicBezTo>
                  <a:cubicBezTo>
                    <a:pt x="1" y="3464"/>
                    <a:pt x="128" y="3973"/>
                    <a:pt x="510" y="4165"/>
                  </a:cubicBezTo>
                  <a:cubicBezTo>
                    <a:pt x="638" y="4292"/>
                    <a:pt x="765" y="4292"/>
                    <a:pt x="956" y="4292"/>
                  </a:cubicBezTo>
                  <a:cubicBezTo>
                    <a:pt x="990" y="4300"/>
                    <a:pt x="1024" y="4304"/>
                    <a:pt x="1058" y="4304"/>
                  </a:cubicBezTo>
                  <a:cubicBezTo>
                    <a:pt x="1277" y="4304"/>
                    <a:pt x="1483" y="4139"/>
                    <a:pt x="1593" y="3973"/>
                  </a:cubicBezTo>
                  <a:cubicBezTo>
                    <a:pt x="2166" y="3082"/>
                    <a:pt x="2803" y="2127"/>
                    <a:pt x="3312" y="1171"/>
                  </a:cubicBezTo>
                  <a:cubicBezTo>
                    <a:pt x="3503" y="789"/>
                    <a:pt x="3312" y="280"/>
                    <a:pt x="2930" y="89"/>
                  </a:cubicBezTo>
                  <a:cubicBezTo>
                    <a:pt x="2812" y="30"/>
                    <a:pt x="2688" y="1"/>
                    <a:pt x="25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198;p38"/>
            <p:cNvSpPr/>
            <p:nvPr/>
          </p:nvSpPr>
          <p:spPr>
            <a:xfrm>
              <a:off x="7136675" y="2790600"/>
              <a:ext cx="71675" cy="115475"/>
            </a:xfrm>
            <a:custGeom>
              <a:avLst/>
              <a:gdLst/>
              <a:ahLst/>
              <a:cxnLst/>
              <a:rect l="l" t="t" r="r" b="b"/>
              <a:pathLst>
                <a:path w="2867" h="4619" extrusionOk="0">
                  <a:moveTo>
                    <a:pt x="1998" y="0"/>
                  </a:moveTo>
                  <a:cubicBezTo>
                    <a:pt x="1638" y="0"/>
                    <a:pt x="1316" y="238"/>
                    <a:pt x="1211" y="606"/>
                  </a:cubicBezTo>
                  <a:cubicBezTo>
                    <a:pt x="892" y="1562"/>
                    <a:pt x="574" y="2517"/>
                    <a:pt x="128" y="3472"/>
                  </a:cubicBezTo>
                  <a:cubicBezTo>
                    <a:pt x="1" y="3918"/>
                    <a:pt x="192" y="4364"/>
                    <a:pt x="574" y="4555"/>
                  </a:cubicBezTo>
                  <a:cubicBezTo>
                    <a:pt x="701" y="4555"/>
                    <a:pt x="765" y="4618"/>
                    <a:pt x="892" y="4618"/>
                  </a:cubicBezTo>
                  <a:cubicBezTo>
                    <a:pt x="1211" y="4618"/>
                    <a:pt x="1529" y="4427"/>
                    <a:pt x="1656" y="4109"/>
                  </a:cubicBezTo>
                  <a:cubicBezTo>
                    <a:pt x="2039" y="3090"/>
                    <a:pt x="2421" y="2071"/>
                    <a:pt x="2739" y="1052"/>
                  </a:cubicBezTo>
                  <a:cubicBezTo>
                    <a:pt x="2866" y="606"/>
                    <a:pt x="2612" y="160"/>
                    <a:pt x="2230" y="33"/>
                  </a:cubicBezTo>
                  <a:cubicBezTo>
                    <a:pt x="2152" y="11"/>
                    <a:pt x="2074" y="0"/>
                    <a:pt x="1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199;p38"/>
            <p:cNvSpPr/>
            <p:nvPr/>
          </p:nvSpPr>
          <p:spPr>
            <a:xfrm>
              <a:off x="6832600" y="3069275"/>
              <a:ext cx="226100" cy="234825"/>
            </a:xfrm>
            <a:custGeom>
              <a:avLst/>
              <a:gdLst/>
              <a:ahLst/>
              <a:cxnLst/>
              <a:rect l="l" t="t" r="r" b="b"/>
              <a:pathLst>
                <a:path w="9044" h="9393" extrusionOk="0">
                  <a:moveTo>
                    <a:pt x="8144" y="1"/>
                  </a:moveTo>
                  <a:cubicBezTo>
                    <a:pt x="7898" y="1"/>
                    <a:pt x="7663" y="100"/>
                    <a:pt x="7515" y="286"/>
                  </a:cubicBezTo>
                  <a:cubicBezTo>
                    <a:pt x="7005" y="859"/>
                    <a:pt x="6496" y="1432"/>
                    <a:pt x="5986" y="2005"/>
                  </a:cubicBezTo>
                  <a:lnTo>
                    <a:pt x="4458" y="477"/>
                  </a:lnTo>
                  <a:lnTo>
                    <a:pt x="0" y="4934"/>
                  </a:lnTo>
                  <a:lnTo>
                    <a:pt x="4458" y="9392"/>
                  </a:lnTo>
                  <a:lnTo>
                    <a:pt x="8916" y="4934"/>
                  </a:lnTo>
                  <a:lnTo>
                    <a:pt x="7069" y="3151"/>
                  </a:lnTo>
                  <a:cubicBezTo>
                    <a:pt x="7642" y="2514"/>
                    <a:pt x="8215" y="1941"/>
                    <a:pt x="8725" y="1304"/>
                  </a:cubicBezTo>
                  <a:cubicBezTo>
                    <a:pt x="9043" y="986"/>
                    <a:pt x="8979" y="477"/>
                    <a:pt x="8661" y="158"/>
                  </a:cubicBezTo>
                  <a:cubicBezTo>
                    <a:pt x="8502" y="52"/>
                    <a:pt x="8320" y="1"/>
                    <a:pt x="81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200;p38"/>
            <p:cNvSpPr/>
            <p:nvPr/>
          </p:nvSpPr>
          <p:spPr>
            <a:xfrm>
              <a:off x="7108025" y="2320075"/>
              <a:ext cx="222925" cy="434750"/>
            </a:xfrm>
            <a:custGeom>
              <a:avLst/>
              <a:gdLst/>
              <a:ahLst/>
              <a:cxnLst/>
              <a:rect l="l" t="t" r="r" b="b"/>
              <a:pathLst>
                <a:path w="8917" h="17390" extrusionOk="0">
                  <a:moveTo>
                    <a:pt x="3384" y="0"/>
                  </a:moveTo>
                  <a:cubicBezTo>
                    <a:pt x="2901" y="0"/>
                    <a:pt x="2419" y="407"/>
                    <a:pt x="2611" y="1023"/>
                  </a:cubicBezTo>
                  <a:cubicBezTo>
                    <a:pt x="2866" y="1978"/>
                    <a:pt x="3121" y="2997"/>
                    <a:pt x="3312" y="4016"/>
                  </a:cubicBezTo>
                  <a:cubicBezTo>
                    <a:pt x="3376" y="4398"/>
                    <a:pt x="3694" y="4653"/>
                    <a:pt x="4076" y="4653"/>
                  </a:cubicBezTo>
                  <a:lnTo>
                    <a:pt x="4140" y="4653"/>
                  </a:lnTo>
                  <a:lnTo>
                    <a:pt x="0" y="8856"/>
                  </a:lnTo>
                  <a:lnTo>
                    <a:pt x="3949" y="12804"/>
                  </a:lnTo>
                  <a:cubicBezTo>
                    <a:pt x="3821" y="12932"/>
                    <a:pt x="3694" y="13123"/>
                    <a:pt x="3694" y="13377"/>
                  </a:cubicBezTo>
                  <a:cubicBezTo>
                    <a:pt x="3567" y="14396"/>
                    <a:pt x="3376" y="15415"/>
                    <a:pt x="3185" y="16434"/>
                  </a:cubicBezTo>
                  <a:cubicBezTo>
                    <a:pt x="3121" y="16880"/>
                    <a:pt x="3376" y="17262"/>
                    <a:pt x="3821" y="17389"/>
                  </a:cubicBezTo>
                  <a:lnTo>
                    <a:pt x="3949" y="17389"/>
                  </a:lnTo>
                  <a:cubicBezTo>
                    <a:pt x="4331" y="17389"/>
                    <a:pt x="4713" y="17135"/>
                    <a:pt x="4777" y="16753"/>
                  </a:cubicBezTo>
                  <a:cubicBezTo>
                    <a:pt x="4968" y="15670"/>
                    <a:pt x="5159" y="14587"/>
                    <a:pt x="5286" y="13568"/>
                  </a:cubicBezTo>
                  <a:cubicBezTo>
                    <a:pt x="5286" y="13250"/>
                    <a:pt x="5159" y="12995"/>
                    <a:pt x="4904" y="12804"/>
                  </a:cubicBezTo>
                  <a:lnTo>
                    <a:pt x="8916" y="8856"/>
                  </a:lnTo>
                  <a:lnTo>
                    <a:pt x="4586" y="4525"/>
                  </a:lnTo>
                  <a:cubicBezTo>
                    <a:pt x="4777" y="4334"/>
                    <a:pt x="4904" y="4016"/>
                    <a:pt x="4840" y="3761"/>
                  </a:cubicBezTo>
                  <a:cubicBezTo>
                    <a:pt x="4649" y="2678"/>
                    <a:pt x="4395" y="1596"/>
                    <a:pt x="4140" y="577"/>
                  </a:cubicBezTo>
                  <a:cubicBezTo>
                    <a:pt x="4014" y="174"/>
                    <a:pt x="3699" y="0"/>
                    <a:pt x="33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201;p38"/>
            <p:cNvSpPr/>
            <p:nvPr/>
          </p:nvSpPr>
          <p:spPr>
            <a:xfrm>
              <a:off x="7025225" y="2038025"/>
              <a:ext cx="92375" cy="105425"/>
            </a:xfrm>
            <a:custGeom>
              <a:avLst/>
              <a:gdLst/>
              <a:ahLst/>
              <a:cxnLst/>
              <a:rect l="l" t="t" r="r" b="b"/>
              <a:pathLst>
                <a:path w="3695" h="4217" extrusionOk="0">
                  <a:moveTo>
                    <a:pt x="931" y="1"/>
                  </a:moveTo>
                  <a:cubicBezTo>
                    <a:pt x="758" y="1"/>
                    <a:pt x="584" y="67"/>
                    <a:pt x="447" y="205"/>
                  </a:cubicBezTo>
                  <a:cubicBezTo>
                    <a:pt x="64" y="459"/>
                    <a:pt x="1" y="969"/>
                    <a:pt x="319" y="1287"/>
                  </a:cubicBezTo>
                  <a:cubicBezTo>
                    <a:pt x="956" y="2115"/>
                    <a:pt x="1529" y="2943"/>
                    <a:pt x="2102" y="3835"/>
                  </a:cubicBezTo>
                  <a:cubicBezTo>
                    <a:pt x="2230" y="4026"/>
                    <a:pt x="2484" y="4217"/>
                    <a:pt x="2739" y="4217"/>
                  </a:cubicBezTo>
                  <a:cubicBezTo>
                    <a:pt x="2930" y="4217"/>
                    <a:pt x="3058" y="4153"/>
                    <a:pt x="3185" y="4089"/>
                  </a:cubicBezTo>
                  <a:cubicBezTo>
                    <a:pt x="3567" y="3835"/>
                    <a:pt x="3694" y="3325"/>
                    <a:pt x="3440" y="2943"/>
                  </a:cubicBezTo>
                  <a:cubicBezTo>
                    <a:pt x="2867" y="2051"/>
                    <a:pt x="2230" y="1160"/>
                    <a:pt x="1529" y="332"/>
                  </a:cubicBezTo>
                  <a:cubicBezTo>
                    <a:pt x="1385" y="115"/>
                    <a:pt x="1158" y="1"/>
                    <a:pt x="9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202;p38"/>
            <p:cNvSpPr/>
            <p:nvPr/>
          </p:nvSpPr>
          <p:spPr>
            <a:xfrm>
              <a:off x="7111200" y="2171525"/>
              <a:ext cx="78050" cy="113625"/>
            </a:xfrm>
            <a:custGeom>
              <a:avLst/>
              <a:gdLst/>
              <a:ahLst/>
              <a:cxnLst/>
              <a:rect l="l" t="t" r="r" b="b"/>
              <a:pathLst>
                <a:path w="3122" h="4545" extrusionOk="0">
                  <a:moveTo>
                    <a:pt x="876" y="1"/>
                  </a:moveTo>
                  <a:cubicBezTo>
                    <a:pt x="751" y="1"/>
                    <a:pt x="625" y="29"/>
                    <a:pt x="510" y="87"/>
                  </a:cubicBezTo>
                  <a:cubicBezTo>
                    <a:pt x="128" y="278"/>
                    <a:pt x="1" y="787"/>
                    <a:pt x="192" y="1169"/>
                  </a:cubicBezTo>
                  <a:cubicBezTo>
                    <a:pt x="701" y="2125"/>
                    <a:pt x="1083" y="3080"/>
                    <a:pt x="1465" y="4035"/>
                  </a:cubicBezTo>
                  <a:cubicBezTo>
                    <a:pt x="1593" y="4290"/>
                    <a:pt x="1911" y="4545"/>
                    <a:pt x="2230" y="4545"/>
                  </a:cubicBezTo>
                  <a:cubicBezTo>
                    <a:pt x="2293" y="4545"/>
                    <a:pt x="2421" y="4481"/>
                    <a:pt x="2484" y="4481"/>
                  </a:cubicBezTo>
                  <a:cubicBezTo>
                    <a:pt x="2930" y="4290"/>
                    <a:pt x="3121" y="3844"/>
                    <a:pt x="2930" y="3462"/>
                  </a:cubicBezTo>
                  <a:cubicBezTo>
                    <a:pt x="2548" y="2443"/>
                    <a:pt x="2102" y="1424"/>
                    <a:pt x="1593" y="469"/>
                  </a:cubicBezTo>
                  <a:cubicBezTo>
                    <a:pt x="1459" y="157"/>
                    <a:pt x="1169" y="1"/>
                    <a:pt x="8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203;p38"/>
            <p:cNvSpPr/>
            <p:nvPr/>
          </p:nvSpPr>
          <p:spPr>
            <a:xfrm>
              <a:off x="6829400" y="1831375"/>
              <a:ext cx="222925" cy="222925"/>
            </a:xfrm>
            <a:custGeom>
              <a:avLst/>
              <a:gdLst/>
              <a:ahLst/>
              <a:cxnLst/>
              <a:rect l="l" t="t" r="r" b="b"/>
              <a:pathLst>
                <a:path w="8917" h="8917" extrusionOk="0">
                  <a:moveTo>
                    <a:pt x="4459" y="1"/>
                  </a:moveTo>
                  <a:lnTo>
                    <a:pt x="1" y="4459"/>
                  </a:lnTo>
                  <a:lnTo>
                    <a:pt x="4459" y="8916"/>
                  </a:lnTo>
                  <a:lnTo>
                    <a:pt x="6114" y="7197"/>
                  </a:lnTo>
                  <a:cubicBezTo>
                    <a:pt x="6242" y="7388"/>
                    <a:pt x="6433" y="7452"/>
                    <a:pt x="6687" y="7452"/>
                  </a:cubicBezTo>
                  <a:cubicBezTo>
                    <a:pt x="7388" y="7452"/>
                    <a:pt x="7706" y="6624"/>
                    <a:pt x="7261" y="6114"/>
                  </a:cubicBezTo>
                  <a:lnTo>
                    <a:pt x="8916" y="4459"/>
                  </a:lnTo>
                  <a:lnTo>
                    <a:pt x="445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204;p38"/>
            <p:cNvSpPr/>
            <p:nvPr/>
          </p:nvSpPr>
          <p:spPr>
            <a:xfrm>
              <a:off x="1369300" y="4886275"/>
              <a:ext cx="322425" cy="328350"/>
            </a:xfrm>
            <a:custGeom>
              <a:avLst/>
              <a:gdLst/>
              <a:ahLst/>
              <a:cxnLst/>
              <a:rect l="l" t="t" r="r" b="b"/>
              <a:pathLst>
                <a:path w="12897" h="13134" extrusionOk="0">
                  <a:moveTo>
                    <a:pt x="1070" y="1"/>
                  </a:moveTo>
                  <a:cubicBezTo>
                    <a:pt x="523" y="1"/>
                    <a:pt x="0" y="567"/>
                    <a:pt x="351" y="1224"/>
                  </a:cubicBezTo>
                  <a:cubicBezTo>
                    <a:pt x="860" y="2179"/>
                    <a:pt x="1433" y="3071"/>
                    <a:pt x="2070" y="3963"/>
                  </a:cubicBezTo>
                  <a:cubicBezTo>
                    <a:pt x="2198" y="4154"/>
                    <a:pt x="2452" y="4281"/>
                    <a:pt x="2707" y="4345"/>
                  </a:cubicBezTo>
                  <a:lnTo>
                    <a:pt x="2834" y="4345"/>
                  </a:lnTo>
                  <a:lnTo>
                    <a:pt x="2834" y="10458"/>
                  </a:lnTo>
                  <a:lnTo>
                    <a:pt x="8439" y="10458"/>
                  </a:lnTo>
                  <a:cubicBezTo>
                    <a:pt x="8439" y="10713"/>
                    <a:pt x="8502" y="10968"/>
                    <a:pt x="8693" y="11095"/>
                  </a:cubicBezTo>
                  <a:cubicBezTo>
                    <a:pt x="9585" y="11796"/>
                    <a:pt x="10476" y="12433"/>
                    <a:pt x="11368" y="13006"/>
                  </a:cubicBezTo>
                  <a:cubicBezTo>
                    <a:pt x="11495" y="13133"/>
                    <a:pt x="11623" y="13133"/>
                    <a:pt x="11814" y="13133"/>
                  </a:cubicBezTo>
                  <a:cubicBezTo>
                    <a:pt x="12578" y="13133"/>
                    <a:pt x="12896" y="12114"/>
                    <a:pt x="12196" y="11732"/>
                  </a:cubicBezTo>
                  <a:lnTo>
                    <a:pt x="12196" y="11668"/>
                  </a:lnTo>
                  <a:cubicBezTo>
                    <a:pt x="11368" y="11095"/>
                    <a:pt x="10540" y="10458"/>
                    <a:pt x="9712" y="9822"/>
                  </a:cubicBezTo>
                  <a:cubicBezTo>
                    <a:pt x="9572" y="9728"/>
                    <a:pt x="9433" y="9669"/>
                    <a:pt x="9268" y="9669"/>
                  </a:cubicBezTo>
                  <a:cubicBezTo>
                    <a:pt x="9207" y="9669"/>
                    <a:pt x="9144" y="9677"/>
                    <a:pt x="9075" y="9694"/>
                  </a:cubicBezTo>
                  <a:lnTo>
                    <a:pt x="9075" y="4090"/>
                  </a:lnTo>
                  <a:lnTo>
                    <a:pt x="3217" y="4090"/>
                  </a:lnTo>
                  <a:cubicBezTo>
                    <a:pt x="3535" y="3835"/>
                    <a:pt x="3599" y="3389"/>
                    <a:pt x="3408" y="3071"/>
                  </a:cubicBezTo>
                  <a:cubicBezTo>
                    <a:pt x="2771" y="2179"/>
                    <a:pt x="2261" y="1288"/>
                    <a:pt x="1752" y="396"/>
                  </a:cubicBezTo>
                  <a:cubicBezTo>
                    <a:pt x="1573" y="118"/>
                    <a:pt x="1319" y="1"/>
                    <a:pt x="10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205;p38"/>
            <p:cNvSpPr/>
            <p:nvPr/>
          </p:nvSpPr>
          <p:spPr>
            <a:xfrm>
              <a:off x="1849075" y="5273675"/>
              <a:ext cx="130825" cy="60350"/>
            </a:xfrm>
            <a:custGeom>
              <a:avLst/>
              <a:gdLst/>
              <a:ahLst/>
              <a:cxnLst/>
              <a:rect l="l" t="t" r="r" b="b"/>
              <a:pathLst>
                <a:path w="5233" h="2414" extrusionOk="0">
                  <a:moveTo>
                    <a:pt x="1161" y="0"/>
                  </a:moveTo>
                  <a:cubicBezTo>
                    <a:pt x="305" y="0"/>
                    <a:pt x="0" y="1357"/>
                    <a:pt x="1029" y="1586"/>
                  </a:cubicBezTo>
                  <a:cubicBezTo>
                    <a:pt x="2048" y="1904"/>
                    <a:pt x="3131" y="2159"/>
                    <a:pt x="4213" y="2413"/>
                  </a:cubicBezTo>
                  <a:lnTo>
                    <a:pt x="4341" y="2413"/>
                  </a:lnTo>
                  <a:cubicBezTo>
                    <a:pt x="4723" y="2413"/>
                    <a:pt x="5041" y="2095"/>
                    <a:pt x="5105" y="1713"/>
                  </a:cubicBezTo>
                  <a:cubicBezTo>
                    <a:pt x="5232" y="1331"/>
                    <a:pt x="4914" y="885"/>
                    <a:pt x="4468" y="821"/>
                  </a:cubicBezTo>
                  <a:cubicBezTo>
                    <a:pt x="3449" y="630"/>
                    <a:pt x="2430" y="376"/>
                    <a:pt x="1475" y="57"/>
                  </a:cubicBezTo>
                  <a:cubicBezTo>
                    <a:pt x="1364" y="18"/>
                    <a:pt x="1259" y="0"/>
                    <a:pt x="1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206;p38"/>
            <p:cNvSpPr/>
            <p:nvPr/>
          </p:nvSpPr>
          <p:spPr>
            <a:xfrm>
              <a:off x="1276025" y="4585150"/>
              <a:ext cx="55875" cy="116800"/>
            </a:xfrm>
            <a:custGeom>
              <a:avLst/>
              <a:gdLst/>
              <a:ahLst/>
              <a:cxnLst/>
              <a:rect l="l" t="t" r="r" b="b"/>
              <a:pathLst>
                <a:path w="2235" h="4672" extrusionOk="0">
                  <a:moveTo>
                    <a:pt x="875" y="1"/>
                  </a:moveTo>
                  <a:cubicBezTo>
                    <a:pt x="440" y="1"/>
                    <a:pt x="0" y="326"/>
                    <a:pt x="70" y="915"/>
                  </a:cubicBezTo>
                  <a:cubicBezTo>
                    <a:pt x="197" y="1933"/>
                    <a:pt x="388" y="3016"/>
                    <a:pt x="643" y="4099"/>
                  </a:cubicBezTo>
                  <a:cubicBezTo>
                    <a:pt x="706" y="4417"/>
                    <a:pt x="1025" y="4672"/>
                    <a:pt x="1407" y="4672"/>
                  </a:cubicBezTo>
                  <a:lnTo>
                    <a:pt x="1598" y="4672"/>
                  </a:lnTo>
                  <a:cubicBezTo>
                    <a:pt x="1980" y="4608"/>
                    <a:pt x="2235" y="4162"/>
                    <a:pt x="2171" y="3780"/>
                  </a:cubicBezTo>
                  <a:cubicBezTo>
                    <a:pt x="1916" y="2761"/>
                    <a:pt x="1789" y="1742"/>
                    <a:pt x="1662" y="723"/>
                  </a:cubicBezTo>
                  <a:cubicBezTo>
                    <a:pt x="1604" y="230"/>
                    <a:pt x="1241" y="1"/>
                    <a:pt x="8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1207;p38"/>
            <p:cNvSpPr/>
            <p:nvPr/>
          </p:nvSpPr>
          <p:spPr>
            <a:xfrm>
              <a:off x="1307975" y="4740050"/>
              <a:ext cx="74875" cy="114750"/>
            </a:xfrm>
            <a:custGeom>
              <a:avLst/>
              <a:gdLst/>
              <a:ahLst/>
              <a:cxnLst/>
              <a:rect l="l" t="t" r="r" b="b"/>
              <a:pathLst>
                <a:path w="2995" h="4590" extrusionOk="0">
                  <a:moveTo>
                    <a:pt x="965" y="1"/>
                  </a:moveTo>
                  <a:cubicBezTo>
                    <a:pt x="483" y="1"/>
                    <a:pt x="0" y="407"/>
                    <a:pt x="193" y="1023"/>
                  </a:cubicBezTo>
                  <a:cubicBezTo>
                    <a:pt x="511" y="2106"/>
                    <a:pt x="893" y="3125"/>
                    <a:pt x="1339" y="4080"/>
                  </a:cubicBezTo>
                  <a:cubicBezTo>
                    <a:pt x="1466" y="4398"/>
                    <a:pt x="1785" y="4590"/>
                    <a:pt x="2103" y="4590"/>
                  </a:cubicBezTo>
                  <a:cubicBezTo>
                    <a:pt x="2167" y="4590"/>
                    <a:pt x="2294" y="4526"/>
                    <a:pt x="2422" y="4526"/>
                  </a:cubicBezTo>
                  <a:cubicBezTo>
                    <a:pt x="2804" y="4335"/>
                    <a:pt x="2995" y="3889"/>
                    <a:pt x="2804" y="3443"/>
                  </a:cubicBezTo>
                  <a:cubicBezTo>
                    <a:pt x="2422" y="2488"/>
                    <a:pt x="2040" y="1533"/>
                    <a:pt x="1721" y="577"/>
                  </a:cubicBezTo>
                  <a:cubicBezTo>
                    <a:pt x="1595" y="175"/>
                    <a:pt x="1280" y="1"/>
                    <a:pt x="9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208;p38"/>
            <p:cNvSpPr/>
            <p:nvPr/>
          </p:nvSpPr>
          <p:spPr>
            <a:xfrm>
              <a:off x="1214075" y="4367600"/>
              <a:ext cx="157625" cy="178325"/>
            </a:xfrm>
            <a:custGeom>
              <a:avLst/>
              <a:gdLst/>
              <a:ahLst/>
              <a:cxnLst/>
              <a:rect l="l" t="t" r="r" b="b"/>
              <a:pathLst>
                <a:path w="6305" h="7133" extrusionOk="0">
                  <a:moveTo>
                    <a:pt x="0" y="0"/>
                  </a:moveTo>
                  <a:lnTo>
                    <a:pt x="0" y="6305"/>
                  </a:lnTo>
                  <a:lnTo>
                    <a:pt x="2357" y="6305"/>
                  </a:lnTo>
                  <a:cubicBezTo>
                    <a:pt x="2357" y="6751"/>
                    <a:pt x="2739" y="7133"/>
                    <a:pt x="3184" y="7133"/>
                  </a:cubicBezTo>
                  <a:cubicBezTo>
                    <a:pt x="3567" y="7133"/>
                    <a:pt x="3949" y="6751"/>
                    <a:pt x="3949" y="6305"/>
                  </a:cubicBezTo>
                  <a:lnTo>
                    <a:pt x="6305" y="6305"/>
                  </a:lnTo>
                  <a:lnTo>
                    <a:pt x="63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209;p38"/>
            <p:cNvSpPr/>
            <p:nvPr/>
          </p:nvSpPr>
          <p:spPr>
            <a:xfrm>
              <a:off x="1702125" y="5214500"/>
              <a:ext cx="131300" cy="73350"/>
            </a:xfrm>
            <a:custGeom>
              <a:avLst/>
              <a:gdLst/>
              <a:ahLst/>
              <a:cxnLst/>
              <a:rect l="l" t="t" r="r" b="b"/>
              <a:pathLst>
                <a:path w="5252" h="2934" extrusionOk="0">
                  <a:moveTo>
                    <a:pt x="1122" y="1"/>
                  </a:moveTo>
                  <a:cubicBezTo>
                    <a:pt x="404" y="1"/>
                    <a:pt x="0" y="1104"/>
                    <a:pt x="857" y="1533"/>
                  </a:cubicBezTo>
                  <a:cubicBezTo>
                    <a:pt x="1812" y="2042"/>
                    <a:pt x="2768" y="2488"/>
                    <a:pt x="3787" y="2870"/>
                  </a:cubicBezTo>
                  <a:cubicBezTo>
                    <a:pt x="3914" y="2934"/>
                    <a:pt x="3978" y="2934"/>
                    <a:pt x="4105" y="2934"/>
                  </a:cubicBezTo>
                  <a:cubicBezTo>
                    <a:pt x="4997" y="2934"/>
                    <a:pt x="5251" y="1724"/>
                    <a:pt x="4423" y="1405"/>
                  </a:cubicBezTo>
                  <a:cubicBezTo>
                    <a:pt x="3468" y="1023"/>
                    <a:pt x="2513" y="641"/>
                    <a:pt x="1558" y="131"/>
                  </a:cubicBezTo>
                  <a:cubicBezTo>
                    <a:pt x="1406" y="40"/>
                    <a:pt x="1258" y="1"/>
                    <a:pt x="11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210;p38"/>
            <p:cNvSpPr/>
            <p:nvPr/>
          </p:nvSpPr>
          <p:spPr>
            <a:xfrm>
              <a:off x="2014900" y="5254400"/>
              <a:ext cx="237250" cy="157625"/>
            </a:xfrm>
            <a:custGeom>
              <a:avLst/>
              <a:gdLst/>
              <a:ahLst/>
              <a:cxnLst/>
              <a:rect l="l" t="t" r="r" b="b"/>
              <a:pathLst>
                <a:path w="9490" h="6305" extrusionOk="0">
                  <a:moveTo>
                    <a:pt x="3185" y="0"/>
                  </a:moveTo>
                  <a:lnTo>
                    <a:pt x="3185" y="2165"/>
                  </a:lnTo>
                  <a:cubicBezTo>
                    <a:pt x="2420" y="2165"/>
                    <a:pt x="1656" y="2102"/>
                    <a:pt x="892" y="2038"/>
                  </a:cubicBezTo>
                  <a:cubicBezTo>
                    <a:pt x="854" y="2033"/>
                    <a:pt x="816" y="2030"/>
                    <a:pt x="779" y="2030"/>
                  </a:cubicBezTo>
                  <a:cubicBezTo>
                    <a:pt x="383" y="2030"/>
                    <a:pt x="64" y="2331"/>
                    <a:pt x="64" y="2739"/>
                  </a:cubicBezTo>
                  <a:cubicBezTo>
                    <a:pt x="0" y="3184"/>
                    <a:pt x="319" y="3566"/>
                    <a:pt x="765" y="3630"/>
                  </a:cubicBezTo>
                  <a:cubicBezTo>
                    <a:pt x="1529" y="3694"/>
                    <a:pt x="2357" y="3758"/>
                    <a:pt x="3185" y="3758"/>
                  </a:cubicBezTo>
                  <a:lnTo>
                    <a:pt x="3185" y="6305"/>
                  </a:lnTo>
                  <a:lnTo>
                    <a:pt x="9489" y="6305"/>
                  </a:lnTo>
                  <a:lnTo>
                    <a:pt x="948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211;p38"/>
            <p:cNvSpPr/>
            <p:nvPr/>
          </p:nvSpPr>
          <p:spPr>
            <a:xfrm>
              <a:off x="3619725" y="1871175"/>
              <a:ext cx="240450" cy="240450"/>
            </a:xfrm>
            <a:custGeom>
              <a:avLst/>
              <a:gdLst/>
              <a:ahLst/>
              <a:cxnLst/>
              <a:rect l="l" t="t" r="r" b="b"/>
              <a:pathLst>
                <a:path w="9618" h="9618" extrusionOk="0">
                  <a:moveTo>
                    <a:pt x="1" y="1"/>
                  </a:moveTo>
                  <a:lnTo>
                    <a:pt x="1" y="9617"/>
                  </a:lnTo>
                  <a:lnTo>
                    <a:pt x="9617" y="9617"/>
                  </a:lnTo>
                  <a:lnTo>
                    <a:pt x="9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212;p38"/>
            <p:cNvSpPr/>
            <p:nvPr/>
          </p:nvSpPr>
          <p:spPr>
            <a:xfrm>
              <a:off x="4411000" y="772625"/>
              <a:ext cx="240425" cy="240450"/>
            </a:xfrm>
            <a:custGeom>
              <a:avLst/>
              <a:gdLst/>
              <a:ahLst/>
              <a:cxnLst/>
              <a:rect l="l" t="t" r="r" b="b"/>
              <a:pathLst>
                <a:path w="9617" h="9618" extrusionOk="0">
                  <a:moveTo>
                    <a:pt x="1" y="1"/>
                  </a:moveTo>
                  <a:lnTo>
                    <a:pt x="1" y="9617"/>
                  </a:lnTo>
                  <a:lnTo>
                    <a:pt x="9617" y="9617"/>
                  </a:lnTo>
                  <a:lnTo>
                    <a:pt x="9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213;p38"/>
            <p:cNvSpPr/>
            <p:nvPr/>
          </p:nvSpPr>
          <p:spPr>
            <a:xfrm>
              <a:off x="4718275" y="772625"/>
              <a:ext cx="240425" cy="240450"/>
            </a:xfrm>
            <a:custGeom>
              <a:avLst/>
              <a:gdLst/>
              <a:ahLst/>
              <a:cxnLst/>
              <a:rect l="l" t="t" r="r" b="b"/>
              <a:pathLst>
                <a:path w="9617" h="9618" extrusionOk="0">
                  <a:moveTo>
                    <a:pt x="1" y="1"/>
                  </a:moveTo>
                  <a:lnTo>
                    <a:pt x="1" y="9617"/>
                  </a:lnTo>
                  <a:lnTo>
                    <a:pt x="9617" y="9617"/>
                  </a:lnTo>
                  <a:lnTo>
                    <a:pt x="9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1214;p38"/>
            <p:cNvSpPr/>
            <p:nvPr/>
          </p:nvSpPr>
          <p:spPr>
            <a:xfrm>
              <a:off x="5320100" y="772625"/>
              <a:ext cx="240425" cy="240450"/>
            </a:xfrm>
            <a:custGeom>
              <a:avLst/>
              <a:gdLst/>
              <a:ahLst/>
              <a:cxnLst/>
              <a:rect l="l" t="t" r="r" b="b"/>
              <a:pathLst>
                <a:path w="9617" h="9618" extrusionOk="0">
                  <a:moveTo>
                    <a:pt x="0" y="1"/>
                  </a:moveTo>
                  <a:lnTo>
                    <a:pt x="0" y="9617"/>
                  </a:lnTo>
                  <a:lnTo>
                    <a:pt x="9617" y="9617"/>
                  </a:lnTo>
                  <a:lnTo>
                    <a:pt x="9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1215;p38"/>
            <p:cNvSpPr/>
            <p:nvPr/>
          </p:nvSpPr>
          <p:spPr>
            <a:xfrm>
              <a:off x="1718775" y="4396250"/>
              <a:ext cx="472875" cy="608200"/>
            </a:xfrm>
            <a:custGeom>
              <a:avLst/>
              <a:gdLst/>
              <a:ahLst/>
              <a:cxnLst/>
              <a:rect l="l" t="t" r="r" b="b"/>
              <a:pathLst>
                <a:path w="18915" h="24328" extrusionOk="0">
                  <a:moveTo>
                    <a:pt x="16494" y="16749"/>
                  </a:moveTo>
                  <a:lnTo>
                    <a:pt x="12992" y="21207"/>
                  </a:lnTo>
                  <a:lnTo>
                    <a:pt x="12992" y="16749"/>
                  </a:lnTo>
                  <a:close/>
                  <a:moveTo>
                    <a:pt x="17322" y="1593"/>
                  </a:moveTo>
                  <a:lnTo>
                    <a:pt x="17322" y="15157"/>
                  </a:lnTo>
                  <a:lnTo>
                    <a:pt x="12164" y="15157"/>
                  </a:lnTo>
                  <a:cubicBezTo>
                    <a:pt x="11718" y="15157"/>
                    <a:pt x="11400" y="15476"/>
                    <a:pt x="11400" y="15922"/>
                  </a:cubicBezTo>
                  <a:lnTo>
                    <a:pt x="11400" y="22672"/>
                  </a:lnTo>
                  <a:lnTo>
                    <a:pt x="1592" y="22672"/>
                  </a:lnTo>
                  <a:lnTo>
                    <a:pt x="1592" y="1593"/>
                  </a:lnTo>
                  <a:close/>
                  <a:moveTo>
                    <a:pt x="764" y="1"/>
                  </a:moveTo>
                  <a:cubicBezTo>
                    <a:pt x="319" y="1"/>
                    <a:pt x="0" y="383"/>
                    <a:pt x="0" y="828"/>
                  </a:cubicBezTo>
                  <a:lnTo>
                    <a:pt x="0" y="23500"/>
                  </a:lnTo>
                  <a:cubicBezTo>
                    <a:pt x="0" y="23946"/>
                    <a:pt x="319" y="24328"/>
                    <a:pt x="764" y="24328"/>
                  </a:cubicBezTo>
                  <a:lnTo>
                    <a:pt x="12164" y="24328"/>
                  </a:lnTo>
                  <a:cubicBezTo>
                    <a:pt x="12291" y="24328"/>
                    <a:pt x="12418" y="24264"/>
                    <a:pt x="12482" y="24200"/>
                  </a:cubicBezTo>
                  <a:cubicBezTo>
                    <a:pt x="12610" y="24137"/>
                    <a:pt x="12737" y="24073"/>
                    <a:pt x="12801" y="24009"/>
                  </a:cubicBezTo>
                  <a:lnTo>
                    <a:pt x="18787" y="16431"/>
                  </a:lnTo>
                  <a:cubicBezTo>
                    <a:pt x="18787" y="16367"/>
                    <a:pt x="18851" y="16304"/>
                    <a:pt x="18851" y="16240"/>
                  </a:cubicBezTo>
                  <a:lnTo>
                    <a:pt x="18851" y="16176"/>
                  </a:lnTo>
                  <a:cubicBezTo>
                    <a:pt x="18914" y="16113"/>
                    <a:pt x="18914" y="16049"/>
                    <a:pt x="18851" y="15985"/>
                  </a:cubicBezTo>
                  <a:lnTo>
                    <a:pt x="18914" y="828"/>
                  </a:lnTo>
                  <a:cubicBezTo>
                    <a:pt x="18914" y="383"/>
                    <a:pt x="18596" y="1"/>
                    <a:pt x="181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1216;p38"/>
            <p:cNvSpPr/>
            <p:nvPr/>
          </p:nvSpPr>
          <p:spPr>
            <a:xfrm>
              <a:off x="1817475" y="4498150"/>
              <a:ext cx="280225" cy="39825"/>
            </a:xfrm>
            <a:custGeom>
              <a:avLst/>
              <a:gdLst/>
              <a:ahLst/>
              <a:cxnLst/>
              <a:rect l="l" t="t" r="r" b="b"/>
              <a:pathLst>
                <a:path w="11209" h="1593" extrusionOk="0">
                  <a:moveTo>
                    <a:pt x="1" y="0"/>
                  </a:moveTo>
                  <a:lnTo>
                    <a:pt x="1" y="1592"/>
                  </a:lnTo>
                  <a:lnTo>
                    <a:pt x="11209" y="1592"/>
                  </a:lnTo>
                  <a:lnTo>
                    <a:pt x="1120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217;p38"/>
            <p:cNvSpPr/>
            <p:nvPr/>
          </p:nvSpPr>
          <p:spPr>
            <a:xfrm>
              <a:off x="1817475" y="4574575"/>
              <a:ext cx="280225" cy="39825"/>
            </a:xfrm>
            <a:custGeom>
              <a:avLst/>
              <a:gdLst/>
              <a:ahLst/>
              <a:cxnLst/>
              <a:rect l="l" t="t" r="r" b="b"/>
              <a:pathLst>
                <a:path w="11209" h="1593" extrusionOk="0">
                  <a:moveTo>
                    <a:pt x="1" y="0"/>
                  </a:moveTo>
                  <a:lnTo>
                    <a:pt x="1" y="1592"/>
                  </a:lnTo>
                  <a:lnTo>
                    <a:pt x="11209" y="1592"/>
                  </a:lnTo>
                  <a:lnTo>
                    <a:pt x="1120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218;p38"/>
            <p:cNvSpPr/>
            <p:nvPr/>
          </p:nvSpPr>
          <p:spPr>
            <a:xfrm>
              <a:off x="1817475" y="4650975"/>
              <a:ext cx="221325" cy="39850"/>
            </a:xfrm>
            <a:custGeom>
              <a:avLst/>
              <a:gdLst/>
              <a:ahLst/>
              <a:cxnLst/>
              <a:rect l="l" t="t" r="r" b="b"/>
              <a:pathLst>
                <a:path w="8853" h="1594" extrusionOk="0">
                  <a:moveTo>
                    <a:pt x="1" y="1"/>
                  </a:moveTo>
                  <a:lnTo>
                    <a:pt x="1" y="1593"/>
                  </a:lnTo>
                  <a:lnTo>
                    <a:pt x="8853" y="1593"/>
                  </a:lnTo>
                  <a:lnTo>
                    <a:pt x="88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1219;p38"/>
            <p:cNvSpPr/>
            <p:nvPr/>
          </p:nvSpPr>
          <p:spPr>
            <a:xfrm>
              <a:off x="6358150" y="2643350"/>
              <a:ext cx="401225" cy="445825"/>
            </a:xfrm>
            <a:custGeom>
              <a:avLst/>
              <a:gdLst/>
              <a:ahLst/>
              <a:cxnLst/>
              <a:rect l="l" t="t" r="r" b="b"/>
              <a:pathLst>
                <a:path w="16049" h="17833" extrusionOk="0">
                  <a:moveTo>
                    <a:pt x="8024" y="2166"/>
                  </a:moveTo>
                  <a:lnTo>
                    <a:pt x="14456" y="8216"/>
                  </a:lnTo>
                  <a:lnTo>
                    <a:pt x="14456" y="16240"/>
                  </a:lnTo>
                  <a:lnTo>
                    <a:pt x="11081" y="16240"/>
                  </a:lnTo>
                  <a:lnTo>
                    <a:pt x="11081" y="9872"/>
                  </a:lnTo>
                  <a:lnTo>
                    <a:pt x="4968" y="9872"/>
                  </a:lnTo>
                  <a:lnTo>
                    <a:pt x="4968" y="16240"/>
                  </a:lnTo>
                  <a:lnTo>
                    <a:pt x="1592" y="16240"/>
                  </a:lnTo>
                  <a:lnTo>
                    <a:pt x="1592" y="8216"/>
                  </a:lnTo>
                  <a:lnTo>
                    <a:pt x="8024" y="2166"/>
                  </a:lnTo>
                  <a:close/>
                  <a:moveTo>
                    <a:pt x="8024" y="1"/>
                  </a:moveTo>
                  <a:lnTo>
                    <a:pt x="0" y="7515"/>
                  </a:lnTo>
                  <a:lnTo>
                    <a:pt x="0" y="17832"/>
                  </a:lnTo>
                  <a:lnTo>
                    <a:pt x="6560" y="17832"/>
                  </a:lnTo>
                  <a:lnTo>
                    <a:pt x="6560" y="11464"/>
                  </a:lnTo>
                  <a:lnTo>
                    <a:pt x="9489" y="11464"/>
                  </a:lnTo>
                  <a:lnTo>
                    <a:pt x="9489" y="17832"/>
                  </a:lnTo>
                  <a:lnTo>
                    <a:pt x="16049" y="17832"/>
                  </a:lnTo>
                  <a:lnTo>
                    <a:pt x="16049" y="7515"/>
                  </a:lnTo>
                  <a:lnTo>
                    <a:pt x="80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220;p38"/>
            <p:cNvSpPr/>
            <p:nvPr/>
          </p:nvSpPr>
          <p:spPr>
            <a:xfrm>
              <a:off x="3627700" y="319425"/>
              <a:ext cx="525400" cy="450050"/>
            </a:xfrm>
            <a:custGeom>
              <a:avLst/>
              <a:gdLst/>
              <a:ahLst/>
              <a:cxnLst/>
              <a:rect l="l" t="t" r="r" b="b"/>
              <a:pathLst>
                <a:path w="21016" h="18002" extrusionOk="0">
                  <a:moveTo>
                    <a:pt x="8980" y="1635"/>
                  </a:moveTo>
                  <a:cubicBezTo>
                    <a:pt x="15603" y="1635"/>
                    <a:pt x="18851" y="9595"/>
                    <a:pt x="14202" y="14244"/>
                  </a:cubicBezTo>
                  <a:cubicBezTo>
                    <a:pt x="12701" y="15745"/>
                    <a:pt x="10855" y="16416"/>
                    <a:pt x="9043" y="16416"/>
                  </a:cubicBezTo>
                  <a:cubicBezTo>
                    <a:pt x="5242" y="16416"/>
                    <a:pt x="1592" y="13464"/>
                    <a:pt x="1592" y="9022"/>
                  </a:cubicBezTo>
                  <a:cubicBezTo>
                    <a:pt x="1592" y="4883"/>
                    <a:pt x="4904" y="1635"/>
                    <a:pt x="8980" y="1635"/>
                  </a:cubicBezTo>
                  <a:close/>
                  <a:moveTo>
                    <a:pt x="9054" y="0"/>
                  </a:moveTo>
                  <a:cubicBezTo>
                    <a:pt x="4432" y="0"/>
                    <a:pt x="0" y="3593"/>
                    <a:pt x="0" y="9022"/>
                  </a:cubicBezTo>
                  <a:cubicBezTo>
                    <a:pt x="0" y="13926"/>
                    <a:pt x="4012" y="18001"/>
                    <a:pt x="8980" y="18001"/>
                  </a:cubicBezTo>
                  <a:cubicBezTo>
                    <a:pt x="17004" y="18001"/>
                    <a:pt x="21016" y="8322"/>
                    <a:pt x="15348" y="2654"/>
                  </a:cubicBezTo>
                  <a:cubicBezTo>
                    <a:pt x="13515" y="821"/>
                    <a:pt x="11263" y="0"/>
                    <a:pt x="9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221;p38"/>
            <p:cNvSpPr/>
            <p:nvPr/>
          </p:nvSpPr>
          <p:spPr>
            <a:xfrm>
              <a:off x="3778950" y="401675"/>
              <a:ext cx="101900" cy="235650"/>
            </a:xfrm>
            <a:custGeom>
              <a:avLst/>
              <a:gdLst/>
              <a:ahLst/>
              <a:cxnLst/>
              <a:rect l="l" t="t" r="r" b="b"/>
              <a:pathLst>
                <a:path w="4076" h="9426" extrusionOk="0">
                  <a:moveTo>
                    <a:pt x="2484" y="1"/>
                  </a:moveTo>
                  <a:lnTo>
                    <a:pt x="2484" y="5668"/>
                  </a:lnTo>
                  <a:lnTo>
                    <a:pt x="0" y="8279"/>
                  </a:lnTo>
                  <a:lnTo>
                    <a:pt x="1146" y="9426"/>
                  </a:lnTo>
                  <a:lnTo>
                    <a:pt x="4076" y="6305"/>
                  </a:lnTo>
                  <a:lnTo>
                    <a:pt x="40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222;p38"/>
            <p:cNvSpPr/>
            <p:nvPr/>
          </p:nvSpPr>
          <p:spPr>
            <a:xfrm>
              <a:off x="2650150" y="1654650"/>
              <a:ext cx="173550" cy="173575"/>
            </a:xfrm>
            <a:custGeom>
              <a:avLst/>
              <a:gdLst/>
              <a:ahLst/>
              <a:cxnLst/>
              <a:rect l="l" t="t" r="r" b="b"/>
              <a:pathLst>
                <a:path w="6942" h="6943" extrusionOk="0">
                  <a:moveTo>
                    <a:pt x="2675" y="1"/>
                  </a:moveTo>
                  <a:lnTo>
                    <a:pt x="2675" y="2676"/>
                  </a:lnTo>
                  <a:lnTo>
                    <a:pt x="0" y="2676"/>
                  </a:lnTo>
                  <a:lnTo>
                    <a:pt x="0" y="4268"/>
                  </a:lnTo>
                  <a:lnTo>
                    <a:pt x="2675" y="4268"/>
                  </a:lnTo>
                  <a:lnTo>
                    <a:pt x="2675" y="6942"/>
                  </a:lnTo>
                  <a:lnTo>
                    <a:pt x="4267" y="6942"/>
                  </a:lnTo>
                  <a:lnTo>
                    <a:pt x="4267" y="4268"/>
                  </a:lnTo>
                  <a:lnTo>
                    <a:pt x="6942" y="4268"/>
                  </a:lnTo>
                  <a:lnTo>
                    <a:pt x="6942" y="2676"/>
                  </a:lnTo>
                  <a:lnTo>
                    <a:pt x="4267" y="2676"/>
                  </a:lnTo>
                  <a:lnTo>
                    <a:pt x="42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223;p38"/>
            <p:cNvSpPr/>
            <p:nvPr/>
          </p:nvSpPr>
          <p:spPr>
            <a:xfrm>
              <a:off x="1094650" y="2691125"/>
              <a:ext cx="171975" cy="173550"/>
            </a:xfrm>
            <a:custGeom>
              <a:avLst/>
              <a:gdLst/>
              <a:ahLst/>
              <a:cxnLst/>
              <a:rect l="l" t="t" r="r" b="b"/>
              <a:pathLst>
                <a:path w="6879" h="6942" extrusionOk="0">
                  <a:moveTo>
                    <a:pt x="2612" y="0"/>
                  </a:moveTo>
                  <a:lnTo>
                    <a:pt x="2612" y="2675"/>
                  </a:lnTo>
                  <a:lnTo>
                    <a:pt x="1" y="2675"/>
                  </a:lnTo>
                  <a:lnTo>
                    <a:pt x="1" y="4267"/>
                  </a:lnTo>
                  <a:lnTo>
                    <a:pt x="2612" y="4267"/>
                  </a:lnTo>
                  <a:lnTo>
                    <a:pt x="2612" y="6942"/>
                  </a:lnTo>
                  <a:lnTo>
                    <a:pt x="4204" y="6942"/>
                  </a:lnTo>
                  <a:lnTo>
                    <a:pt x="4204" y="4267"/>
                  </a:lnTo>
                  <a:lnTo>
                    <a:pt x="6879" y="4267"/>
                  </a:lnTo>
                  <a:lnTo>
                    <a:pt x="6879" y="2675"/>
                  </a:lnTo>
                  <a:lnTo>
                    <a:pt x="4204" y="2675"/>
                  </a:lnTo>
                  <a:lnTo>
                    <a:pt x="42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224;p38"/>
            <p:cNvSpPr/>
            <p:nvPr/>
          </p:nvSpPr>
          <p:spPr>
            <a:xfrm>
              <a:off x="1723550" y="1665800"/>
              <a:ext cx="151275" cy="151275"/>
            </a:xfrm>
            <a:custGeom>
              <a:avLst/>
              <a:gdLst/>
              <a:ahLst/>
              <a:cxnLst/>
              <a:rect l="l" t="t" r="r" b="b"/>
              <a:pathLst>
                <a:path w="6051" h="6051" extrusionOk="0">
                  <a:moveTo>
                    <a:pt x="1146" y="1"/>
                  </a:moveTo>
                  <a:lnTo>
                    <a:pt x="0" y="1147"/>
                  </a:lnTo>
                  <a:lnTo>
                    <a:pt x="1911" y="3057"/>
                  </a:lnTo>
                  <a:lnTo>
                    <a:pt x="0" y="4904"/>
                  </a:lnTo>
                  <a:lnTo>
                    <a:pt x="1146" y="6051"/>
                  </a:lnTo>
                  <a:lnTo>
                    <a:pt x="3057" y="4140"/>
                  </a:lnTo>
                  <a:lnTo>
                    <a:pt x="4904" y="6051"/>
                  </a:lnTo>
                  <a:lnTo>
                    <a:pt x="6050" y="4904"/>
                  </a:lnTo>
                  <a:lnTo>
                    <a:pt x="4140" y="3057"/>
                  </a:lnTo>
                  <a:lnTo>
                    <a:pt x="6050" y="1147"/>
                  </a:lnTo>
                  <a:lnTo>
                    <a:pt x="4904" y="1"/>
                  </a:lnTo>
                  <a:lnTo>
                    <a:pt x="3057" y="1911"/>
                  </a:lnTo>
                  <a:lnTo>
                    <a:pt x="11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225;p38"/>
            <p:cNvSpPr/>
            <p:nvPr/>
          </p:nvSpPr>
          <p:spPr>
            <a:xfrm>
              <a:off x="6334250" y="436700"/>
              <a:ext cx="149700" cy="151275"/>
            </a:xfrm>
            <a:custGeom>
              <a:avLst/>
              <a:gdLst/>
              <a:ahLst/>
              <a:cxnLst/>
              <a:rect l="l" t="t" r="r" b="b"/>
              <a:pathLst>
                <a:path w="5988" h="6051" extrusionOk="0">
                  <a:moveTo>
                    <a:pt x="1084" y="1"/>
                  </a:moveTo>
                  <a:lnTo>
                    <a:pt x="1" y="1147"/>
                  </a:lnTo>
                  <a:lnTo>
                    <a:pt x="1848" y="3057"/>
                  </a:lnTo>
                  <a:lnTo>
                    <a:pt x="1" y="4904"/>
                  </a:lnTo>
                  <a:lnTo>
                    <a:pt x="1084" y="6051"/>
                  </a:lnTo>
                  <a:lnTo>
                    <a:pt x="2994" y="4140"/>
                  </a:lnTo>
                  <a:lnTo>
                    <a:pt x="4905" y="6051"/>
                  </a:lnTo>
                  <a:lnTo>
                    <a:pt x="5987" y="4904"/>
                  </a:lnTo>
                  <a:lnTo>
                    <a:pt x="4140" y="3057"/>
                  </a:lnTo>
                  <a:lnTo>
                    <a:pt x="5987" y="1147"/>
                  </a:lnTo>
                  <a:lnTo>
                    <a:pt x="4905" y="1"/>
                  </a:lnTo>
                  <a:lnTo>
                    <a:pt x="2994" y="1911"/>
                  </a:lnTo>
                  <a:lnTo>
                    <a:pt x="108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226;p38"/>
            <p:cNvSpPr/>
            <p:nvPr/>
          </p:nvSpPr>
          <p:spPr>
            <a:xfrm>
              <a:off x="6866025" y="2581250"/>
              <a:ext cx="149675" cy="151275"/>
            </a:xfrm>
            <a:custGeom>
              <a:avLst/>
              <a:gdLst/>
              <a:ahLst/>
              <a:cxnLst/>
              <a:rect l="l" t="t" r="r" b="b"/>
              <a:pathLst>
                <a:path w="5987" h="6051" extrusionOk="0">
                  <a:moveTo>
                    <a:pt x="1083" y="1"/>
                  </a:moveTo>
                  <a:lnTo>
                    <a:pt x="0" y="1147"/>
                  </a:lnTo>
                  <a:lnTo>
                    <a:pt x="1847" y="3058"/>
                  </a:lnTo>
                  <a:lnTo>
                    <a:pt x="0" y="4905"/>
                  </a:lnTo>
                  <a:lnTo>
                    <a:pt x="1083" y="6051"/>
                  </a:lnTo>
                  <a:lnTo>
                    <a:pt x="2994" y="4140"/>
                  </a:lnTo>
                  <a:lnTo>
                    <a:pt x="4840" y="6051"/>
                  </a:lnTo>
                  <a:lnTo>
                    <a:pt x="5987" y="4905"/>
                  </a:lnTo>
                  <a:lnTo>
                    <a:pt x="4076" y="3058"/>
                  </a:lnTo>
                  <a:lnTo>
                    <a:pt x="5987" y="1147"/>
                  </a:lnTo>
                  <a:lnTo>
                    <a:pt x="4840" y="1"/>
                  </a:lnTo>
                  <a:lnTo>
                    <a:pt x="2994" y="1911"/>
                  </a:lnTo>
                  <a:lnTo>
                    <a:pt x="108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227;p38"/>
            <p:cNvSpPr/>
            <p:nvPr/>
          </p:nvSpPr>
          <p:spPr>
            <a:xfrm>
              <a:off x="1094650" y="2971325"/>
              <a:ext cx="171975" cy="173550"/>
            </a:xfrm>
            <a:custGeom>
              <a:avLst/>
              <a:gdLst/>
              <a:ahLst/>
              <a:cxnLst/>
              <a:rect l="l" t="t" r="r" b="b"/>
              <a:pathLst>
                <a:path w="6879" h="6942" extrusionOk="0">
                  <a:moveTo>
                    <a:pt x="2612" y="0"/>
                  </a:moveTo>
                  <a:lnTo>
                    <a:pt x="2612" y="2675"/>
                  </a:lnTo>
                  <a:lnTo>
                    <a:pt x="1" y="2675"/>
                  </a:lnTo>
                  <a:lnTo>
                    <a:pt x="1" y="4267"/>
                  </a:lnTo>
                  <a:lnTo>
                    <a:pt x="2612" y="4267"/>
                  </a:lnTo>
                  <a:lnTo>
                    <a:pt x="2612" y="6942"/>
                  </a:lnTo>
                  <a:lnTo>
                    <a:pt x="4204" y="6942"/>
                  </a:lnTo>
                  <a:lnTo>
                    <a:pt x="4204" y="4267"/>
                  </a:lnTo>
                  <a:lnTo>
                    <a:pt x="6879" y="4267"/>
                  </a:lnTo>
                  <a:lnTo>
                    <a:pt x="6879" y="2675"/>
                  </a:lnTo>
                  <a:lnTo>
                    <a:pt x="4204" y="2675"/>
                  </a:lnTo>
                  <a:lnTo>
                    <a:pt x="42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228;p38"/>
            <p:cNvSpPr/>
            <p:nvPr/>
          </p:nvSpPr>
          <p:spPr>
            <a:xfrm>
              <a:off x="2409725" y="1654650"/>
              <a:ext cx="171975" cy="173575"/>
            </a:xfrm>
            <a:custGeom>
              <a:avLst/>
              <a:gdLst/>
              <a:ahLst/>
              <a:cxnLst/>
              <a:rect l="l" t="t" r="r" b="b"/>
              <a:pathLst>
                <a:path w="6879" h="6943" extrusionOk="0">
                  <a:moveTo>
                    <a:pt x="2612" y="1"/>
                  </a:moveTo>
                  <a:lnTo>
                    <a:pt x="2612" y="2676"/>
                  </a:lnTo>
                  <a:lnTo>
                    <a:pt x="1" y="2676"/>
                  </a:lnTo>
                  <a:lnTo>
                    <a:pt x="1" y="4268"/>
                  </a:lnTo>
                  <a:lnTo>
                    <a:pt x="2612" y="4268"/>
                  </a:lnTo>
                  <a:lnTo>
                    <a:pt x="2612" y="6942"/>
                  </a:lnTo>
                  <a:lnTo>
                    <a:pt x="4204" y="6942"/>
                  </a:lnTo>
                  <a:lnTo>
                    <a:pt x="4204" y="4268"/>
                  </a:lnTo>
                  <a:lnTo>
                    <a:pt x="6879" y="4268"/>
                  </a:lnTo>
                  <a:lnTo>
                    <a:pt x="6879" y="2676"/>
                  </a:lnTo>
                  <a:lnTo>
                    <a:pt x="4204" y="2676"/>
                  </a:lnTo>
                  <a:lnTo>
                    <a:pt x="420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229;p38"/>
            <p:cNvSpPr/>
            <p:nvPr/>
          </p:nvSpPr>
          <p:spPr>
            <a:xfrm>
              <a:off x="4450800" y="4440825"/>
              <a:ext cx="1246650" cy="250000"/>
            </a:xfrm>
            <a:custGeom>
              <a:avLst/>
              <a:gdLst/>
              <a:ahLst/>
              <a:cxnLst/>
              <a:rect l="l" t="t" r="r" b="b"/>
              <a:pathLst>
                <a:path w="49866" h="10000" extrusionOk="0">
                  <a:moveTo>
                    <a:pt x="38975" y="1529"/>
                  </a:moveTo>
                  <a:lnTo>
                    <a:pt x="38975" y="4140"/>
                  </a:lnTo>
                  <a:lnTo>
                    <a:pt x="13438" y="4140"/>
                  </a:lnTo>
                  <a:lnTo>
                    <a:pt x="13438" y="1529"/>
                  </a:lnTo>
                  <a:close/>
                  <a:moveTo>
                    <a:pt x="40568" y="2039"/>
                  </a:moveTo>
                  <a:lnTo>
                    <a:pt x="43943" y="3758"/>
                  </a:lnTo>
                  <a:lnTo>
                    <a:pt x="43943" y="6114"/>
                  </a:lnTo>
                  <a:lnTo>
                    <a:pt x="40568" y="7834"/>
                  </a:lnTo>
                  <a:lnTo>
                    <a:pt x="40568" y="2039"/>
                  </a:lnTo>
                  <a:close/>
                  <a:moveTo>
                    <a:pt x="38975" y="5732"/>
                  </a:moveTo>
                  <a:lnTo>
                    <a:pt x="38975" y="8343"/>
                  </a:lnTo>
                  <a:lnTo>
                    <a:pt x="13438" y="8343"/>
                  </a:lnTo>
                  <a:lnTo>
                    <a:pt x="13438" y="5732"/>
                  </a:lnTo>
                  <a:close/>
                  <a:moveTo>
                    <a:pt x="3694" y="1"/>
                  </a:moveTo>
                  <a:cubicBezTo>
                    <a:pt x="1657" y="1"/>
                    <a:pt x="1" y="1593"/>
                    <a:pt x="1" y="3631"/>
                  </a:cubicBezTo>
                  <a:lnTo>
                    <a:pt x="1" y="6305"/>
                  </a:lnTo>
                  <a:cubicBezTo>
                    <a:pt x="1" y="8343"/>
                    <a:pt x="1657" y="9999"/>
                    <a:pt x="3694" y="9999"/>
                  </a:cubicBezTo>
                  <a:lnTo>
                    <a:pt x="39803" y="9999"/>
                  </a:lnTo>
                  <a:cubicBezTo>
                    <a:pt x="39931" y="9999"/>
                    <a:pt x="40058" y="9935"/>
                    <a:pt x="40122" y="9872"/>
                  </a:cubicBezTo>
                  <a:lnTo>
                    <a:pt x="49865" y="4968"/>
                  </a:lnTo>
                  <a:lnTo>
                    <a:pt x="40122" y="64"/>
                  </a:lnTo>
                  <a:cubicBezTo>
                    <a:pt x="40058" y="1"/>
                    <a:pt x="39931" y="1"/>
                    <a:pt x="398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230;p38"/>
            <p:cNvSpPr/>
            <p:nvPr/>
          </p:nvSpPr>
          <p:spPr>
            <a:xfrm>
              <a:off x="3118225" y="1673750"/>
              <a:ext cx="1514100" cy="135375"/>
            </a:xfrm>
            <a:custGeom>
              <a:avLst/>
              <a:gdLst/>
              <a:ahLst/>
              <a:cxnLst/>
              <a:rect l="l" t="t" r="r" b="b"/>
              <a:pathLst>
                <a:path w="60564" h="5415" extrusionOk="0">
                  <a:moveTo>
                    <a:pt x="55851" y="1"/>
                  </a:moveTo>
                  <a:lnTo>
                    <a:pt x="55851" y="1912"/>
                  </a:lnTo>
                  <a:lnTo>
                    <a:pt x="1083" y="1912"/>
                  </a:lnTo>
                  <a:cubicBezTo>
                    <a:pt x="0" y="1912"/>
                    <a:pt x="0" y="3504"/>
                    <a:pt x="1083" y="3504"/>
                  </a:cubicBezTo>
                  <a:lnTo>
                    <a:pt x="55851" y="3504"/>
                  </a:lnTo>
                  <a:lnTo>
                    <a:pt x="55851" y="5414"/>
                  </a:lnTo>
                  <a:lnTo>
                    <a:pt x="60564" y="2676"/>
                  </a:lnTo>
                  <a:lnTo>
                    <a:pt x="558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231;p38"/>
            <p:cNvSpPr/>
            <p:nvPr/>
          </p:nvSpPr>
          <p:spPr>
            <a:xfrm>
              <a:off x="1349400" y="323650"/>
              <a:ext cx="2101600" cy="616175"/>
            </a:xfrm>
            <a:custGeom>
              <a:avLst/>
              <a:gdLst/>
              <a:ahLst/>
              <a:cxnLst/>
              <a:rect l="l" t="t" r="r" b="b"/>
              <a:pathLst>
                <a:path w="84064" h="24647" extrusionOk="0">
                  <a:moveTo>
                    <a:pt x="23563" y="1"/>
                  </a:moveTo>
                  <a:lnTo>
                    <a:pt x="23563" y="2357"/>
                  </a:lnTo>
                  <a:lnTo>
                    <a:pt x="7897" y="2357"/>
                  </a:lnTo>
                  <a:cubicBezTo>
                    <a:pt x="3503" y="2357"/>
                    <a:pt x="0" y="5860"/>
                    <a:pt x="0" y="10254"/>
                  </a:cubicBezTo>
                  <a:lnTo>
                    <a:pt x="0" y="23882"/>
                  </a:lnTo>
                  <a:cubicBezTo>
                    <a:pt x="0" y="24265"/>
                    <a:pt x="383" y="24647"/>
                    <a:pt x="828" y="24647"/>
                  </a:cubicBezTo>
                  <a:cubicBezTo>
                    <a:pt x="1274" y="24647"/>
                    <a:pt x="1593" y="24265"/>
                    <a:pt x="1593" y="23882"/>
                  </a:cubicBezTo>
                  <a:lnTo>
                    <a:pt x="1593" y="10190"/>
                  </a:lnTo>
                  <a:cubicBezTo>
                    <a:pt x="1593" y="6751"/>
                    <a:pt x="4395" y="3949"/>
                    <a:pt x="7897" y="3949"/>
                  </a:cubicBezTo>
                  <a:lnTo>
                    <a:pt x="23563" y="3949"/>
                  </a:lnTo>
                  <a:lnTo>
                    <a:pt x="23563" y="6369"/>
                  </a:lnTo>
                  <a:lnTo>
                    <a:pt x="29868" y="6369"/>
                  </a:lnTo>
                  <a:lnTo>
                    <a:pt x="29868" y="3949"/>
                  </a:lnTo>
                  <a:lnTo>
                    <a:pt x="79414" y="3949"/>
                  </a:lnTo>
                  <a:lnTo>
                    <a:pt x="79414" y="5860"/>
                  </a:lnTo>
                  <a:lnTo>
                    <a:pt x="84063" y="3185"/>
                  </a:lnTo>
                  <a:lnTo>
                    <a:pt x="79414" y="447"/>
                  </a:lnTo>
                  <a:lnTo>
                    <a:pt x="79414" y="2357"/>
                  </a:lnTo>
                  <a:lnTo>
                    <a:pt x="29868" y="2357"/>
                  </a:lnTo>
                  <a:lnTo>
                    <a:pt x="2986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232;p38"/>
            <p:cNvSpPr/>
            <p:nvPr/>
          </p:nvSpPr>
          <p:spPr>
            <a:xfrm>
              <a:off x="5823200" y="713725"/>
              <a:ext cx="843825" cy="1111300"/>
            </a:xfrm>
            <a:custGeom>
              <a:avLst/>
              <a:gdLst/>
              <a:ahLst/>
              <a:cxnLst/>
              <a:rect l="l" t="t" r="r" b="b"/>
              <a:pathLst>
                <a:path w="33753" h="44452" extrusionOk="0">
                  <a:moveTo>
                    <a:pt x="0" y="1"/>
                  </a:moveTo>
                  <a:lnTo>
                    <a:pt x="0" y="6305"/>
                  </a:lnTo>
                  <a:lnTo>
                    <a:pt x="6305" y="6305"/>
                  </a:lnTo>
                  <a:lnTo>
                    <a:pt x="6305" y="3885"/>
                  </a:lnTo>
                  <a:lnTo>
                    <a:pt x="24264" y="3885"/>
                  </a:lnTo>
                  <a:cubicBezTo>
                    <a:pt x="27576" y="3885"/>
                    <a:pt x="30250" y="6560"/>
                    <a:pt x="30314" y="9935"/>
                  </a:cubicBezTo>
                  <a:lnTo>
                    <a:pt x="30314" y="39803"/>
                  </a:lnTo>
                  <a:lnTo>
                    <a:pt x="28403" y="39803"/>
                  </a:lnTo>
                  <a:lnTo>
                    <a:pt x="31078" y="44452"/>
                  </a:lnTo>
                  <a:lnTo>
                    <a:pt x="33753" y="39803"/>
                  </a:lnTo>
                  <a:lnTo>
                    <a:pt x="31906" y="39803"/>
                  </a:lnTo>
                  <a:lnTo>
                    <a:pt x="31906" y="9935"/>
                  </a:lnTo>
                  <a:cubicBezTo>
                    <a:pt x="31842" y="5796"/>
                    <a:pt x="28467" y="2357"/>
                    <a:pt x="24264" y="2357"/>
                  </a:cubicBezTo>
                  <a:lnTo>
                    <a:pt x="6305" y="2357"/>
                  </a:lnTo>
                  <a:lnTo>
                    <a:pt x="63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233;p38"/>
            <p:cNvSpPr/>
            <p:nvPr/>
          </p:nvSpPr>
          <p:spPr>
            <a:xfrm>
              <a:off x="924300" y="661175"/>
              <a:ext cx="135350" cy="314875"/>
            </a:xfrm>
            <a:custGeom>
              <a:avLst/>
              <a:gdLst/>
              <a:ahLst/>
              <a:cxnLst/>
              <a:rect l="l" t="t" r="r" b="b"/>
              <a:pathLst>
                <a:path w="5414" h="12595" extrusionOk="0">
                  <a:moveTo>
                    <a:pt x="2676" y="1"/>
                  </a:moveTo>
                  <a:lnTo>
                    <a:pt x="1" y="4714"/>
                  </a:lnTo>
                  <a:lnTo>
                    <a:pt x="1911" y="4714"/>
                  </a:lnTo>
                  <a:lnTo>
                    <a:pt x="1911" y="11783"/>
                  </a:lnTo>
                  <a:cubicBezTo>
                    <a:pt x="1911" y="12324"/>
                    <a:pt x="2309" y="12594"/>
                    <a:pt x="2707" y="12594"/>
                  </a:cubicBezTo>
                  <a:cubicBezTo>
                    <a:pt x="3105" y="12594"/>
                    <a:pt x="3503" y="12324"/>
                    <a:pt x="3503" y="11783"/>
                  </a:cubicBezTo>
                  <a:lnTo>
                    <a:pt x="3503" y="4714"/>
                  </a:lnTo>
                  <a:lnTo>
                    <a:pt x="5414" y="4714"/>
                  </a:lnTo>
                  <a:lnTo>
                    <a:pt x="267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234;p38"/>
            <p:cNvSpPr/>
            <p:nvPr/>
          </p:nvSpPr>
          <p:spPr>
            <a:xfrm>
              <a:off x="1782450" y="3907475"/>
              <a:ext cx="135350" cy="315250"/>
            </a:xfrm>
            <a:custGeom>
              <a:avLst/>
              <a:gdLst/>
              <a:ahLst/>
              <a:cxnLst/>
              <a:rect l="l" t="t" r="r" b="b"/>
              <a:pathLst>
                <a:path w="5414" h="12610" extrusionOk="0">
                  <a:moveTo>
                    <a:pt x="2739" y="1"/>
                  </a:moveTo>
                  <a:cubicBezTo>
                    <a:pt x="2293" y="1"/>
                    <a:pt x="1911" y="383"/>
                    <a:pt x="1911" y="828"/>
                  </a:cubicBezTo>
                  <a:lnTo>
                    <a:pt x="1911" y="7897"/>
                  </a:lnTo>
                  <a:lnTo>
                    <a:pt x="0" y="7897"/>
                  </a:lnTo>
                  <a:lnTo>
                    <a:pt x="2739" y="12610"/>
                  </a:lnTo>
                  <a:lnTo>
                    <a:pt x="5414" y="7897"/>
                  </a:lnTo>
                  <a:lnTo>
                    <a:pt x="3503" y="7897"/>
                  </a:lnTo>
                  <a:lnTo>
                    <a:pt x="3503" y="828"/>
                  </a:lnTo>
                  <a:cubicBezTo>
                    <a:pt x="3503" y="383"/>
                    <a:pt x="3121" y="1"/>
                    <a:pt x="27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235;p38"/>
            <p:cNvSpPr/>
            <p:nvPr/>
          </p:nvSpPr>
          <p:spPr>
            <a:xfrm>
              <a:off x="1113775" y="661175"/>
              <a:ext cx="133750" cy="314875"/>
            </a:xfrm>
            <a:custGeom>
              <a:avLst/>
              <a:gdLst/>
              <a:ahLst/>
              <a:cxnLst/>
              <a:rect l="l" t="t" r="r" b="b"/>
              <a:pathLst>
                <a:path w="5350" h="12595" extrusionOk="0">
                  <a:moveTo>
                    <a:pt x="2675" y="1"/>
                  </a:moveTo>
                  <a:lnTo>
                    <a:pt x="0" y="4714"/>
                  </a:lnTo>
                  <a:lnTo>
                    <a:pt x="1911" y="4714"/>
                  </a:lnTo>
                  <a:lnTo>
                    <a:pt x="1847" y="11783"/>
                  </a:lnTo>
                  <a:cubicBezTo>
                    <a:pt x="1847" y="12324"/>
                    <a:pt x="2245" y="12594"/>
                    <a:pt x="2643" y="12594"/>
                  </a:cubicBezTo>
                  <a:cubicBezTo>
                    <a:pt x="3041" y="12594"/>
                    <a:pt x="3439" y="12324"/>
                    <a:pt x="3439" y="11783"/>
                  </a:cubicBezTo>
                  <a:lnTo>
                    <a:pt x="3439" y="4714"/>
                  </a:lnTo>
                  <a:lnTo>
                    <a:pt x="5350" y="4714"/>
                  </a:lnTo>
                  <a:lnTo>
                    <a:pt x="26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236;p38"/>
            <p:cNvSpPr/>
            <p:nvPr/>
          </p:nvSpPr>
          <p:spPr>
            <a:xfrm>
              <a:off x="1782450" y="2181650"/>
              <a:ext cx="135350" cy="1668525"/>
            </a:xfrm>
            <a:custGeom>
              <a:avLst/>
              <a:gdLst/>
              <a:ahLst/>
              <a:cxnLst/>
              <a:rect l="l" t="t" r="r" b="b"/>
              <a:pathLst>
                <a:path w="5414" h="66741" extrusionOk="0">
                  <a:moveTo>
                    <a:pt x="2739" y="0"/>
                  </a:moveTo>
                  <a:lnTo>
                    <a:pt x="0" y="4649"/>
                  </a:lnTo>
                  <a:lnTo>
                    <a:pt x="1911" y="4649"/>
                  </a:lnTo>
                  <a:lnTo>
                    <a:pt x="1911" y="65977"/>
                  </a:lnTo>
                  <a:cubicBezTo>
                    <a:pt x="1911" y="66486"/>
                    <a:pt x="2309" y="66741"/>
                    <a:pt x="2707" y="66741"/>
                  </a:cubicBezTo>
                  <a:cubicBezTo>
                    <a:pt x="3105" y="66741"/>
                    <a:pt x="3503" y="66486"/>
                    <a:pt x="3503" y="65977"/>
                  </a:cubicBezTo>
                  <a:lnTo>
                    <a:pt x="3503" y="4649"/>
                  </a:lnTo>
                  <a:lnTo>
                    <a:pt x="5414" y="4649"/>
                  </a:lnTo>
                  <a:lnTo>
                    <a:pt x="273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237;p38"/>
            <p:cNvSpPr/>
            <p:nvPr/>
          </p:nvSpPr>
          <p:spPr>
            <a:xfrm>
              <a:off x="5576425" y="4885025"/>
              <a:ext cx="1047625" cy="159225"/>
            </a:xfrm>
            <a:custGeom>
              <a:avLst/>
              <a:gdLst/>
              <a:ahLst/>
              <a:cxnLst/>
              <a:rect l="l" t="t" r="r" b="b"/>
              <a:pathLst>
                <a:path w="41905" h="6369" extrusionOk="0">
                  <a:moveTo>
                    <a:pt x="25092" y="1"/>
                  </a:moveTo>
                  <a:lnTo>
                    <a:pt x="25092" y="2357"/>
                  </a:lnTo>
                  <a:lnTo>
                    <a:pt x="1019" y="2357"/>
                  </a:lnTo>
                  <a:cubicBezTo>
                    <a:pt x="0" y="2357"/>
                    <a:pt x="0" y="3949"/>
                    <a:pt x="1019" y="3949"/>
                  </a:cubicBezTo>
                  <a:lnTo>
                    <a:pt x="25092" y="3949"/>
                  </a:lnTo>
                  <a:lnTo>
                    <a:pt x="25092" y="6369"/>
                  </a:lnTo>
                  <a:lnTo>
                    <a:pt x="31397" y="6369"/>
                  </a:lnTo>
                  <a:lnTo>
                    <a:pt x="31397" y="3949"/>
                  </a:lnTo>
                  <a:lnTo>
                    <a:pt x="37256" y="3949"/>
                  </a:lnTo>
                  <a:lnTo>
                    <a:pt x="37256" y="5859"/>
                  </a:lnTo>
                  <a:lnTo>
                    <a:pt x="41904" y="3185"/>
                  </a:lnTo>
                  <a:lnTo>
                    <a:pt x="37256" y="446"/>
                  </a:lnTo>
                  <a:lnTo>
                    <a:pt x="37256" y="2357"/>
                  </a:lnTo>
                  <a:lnTo>
                    <a:pt x="31397" y="2357"/>
                  </a:lnTo>
                  <a:lnTo>
                    <a:pt x="31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238;p38"/>
            <p:cNvSpPr/>
            <p:nvPr/>
          </p:nvSpPr>
          <p:spPr>
            <a:xfrm>
              <a:off x="5523875" y="5074475"/>
              <a:ext cx="1100175" cy="157650"/>
            </a:xfrm>
            <a:custGeom>
              <a:avLst/>
              <a:gdLst/>
              <a:ahLst/>
              <a:cxnLst/>
              <a:rect l="l" t="t" r="r" b="b"/>
              <a:pathLst>
                <a:path w="44007" h="6306" extrusionOk="0">
                  <a:moveTo>
                    <a:pt x="1" y="1"/>
                  </a:moveTo>
                  <a:lnTo>
                    <a:pt x="1" y="6306"/>
                  </a:lnTo>
                  <a:lnTo>
                    <a:pt x="6306" y="6306"/>
                  </a:lnTo>
                  <a:lnTo>
                    <a:pt x="6306" y="3949"/>
                  </a:lnTo>
                  <a:lnTo>
                    <a:pt x="39358" y="3949"/>
                  </a:lnTo>
                  <a:lnTo>
                    <a:pt x="39358" y="5860"/>
                  </a:lnTo>
                  <a:lnTo>
                    <a:pt x="44006" y="3121"/>
                  </a:lnTo>
                  <a:lnTo>
                    <a:pt x="39358" y="447"/>
                  </a:lnTo>
                  <a:lnTo>
                    <a:pt x="39358" y="2357"/>
                  </a:lnTo>
                  <a:lnTo>
                    <a:pt x="6306" y="2357"/>
                  </a:lnTo>
                  <a:lnTo>
                    <a:pt x="630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239;p38"/>
            <p:cNvSpPr/>
            <p:nvPr/>
          </p:nvSpPr>
          <p:spPr>
            <a:xfrm>
              <a:off x="2408625" y="5020350"/>
              <a:ext cx="1230225" cy="393850"/>
            </a:xfrm>
            <a:custGeom>
              <a:avLst/>
              <a:gdLst/>
              <a:ahLst/>
              <a:cxnLst/>
              <a:rect l="l" t="t" r="r" b="b"/>
              <a:pathLst>
                <a:path w="49209" h="15754" extrusionOk="0">
                  <a:moveTo>
                    <a:pt x="46534" y="1"/>
                  </a:moveTo>
                  <a:lnTo>
                    <a:pt x="43796" y="4650"/>
                  </a:lnTo>
                  <a:lnTo>
                    <a:pt x="45706" y="4650"/>
                  </a:lnTo>
                  <a:lnTo>
                    <a:pt x="45706" y="8725"/>
                  </a:lnTo>
                  <a:cubicBezTo>
                    <a:pt x="45706" y="10381"/>
                    <a:pt x="44369" y="11719"/>
                    <a:pt x="42713" y="11719"/>
                  </a:cubicBezTo>
                  <a:lnTo>
                    <a:pt x="32651" y="11719"/>
                  </a:lnTo>
                  <a:lnTo>
                    <a:pt x="32651" y="9235"/>
                  </a:lnTo>
                  <a:lnTo>
                    <a:pt x="26346" y="9235"/>
                  </a:lnTo>
                  <a:lnTo>
                    <a:pt x="26346" y="11719"/>
                  </a:lnTo>
                  <a:lnTo>
                    <a:pt x="6859" y="11719"/>
                  </a:lnTo>
                  <a:cubicBezTo>
                    <a:pt x="6497" y="9847"/>
                    <a:pt x="5018" y="8948"/>
                    <a:pt x="3536" y="8948"/>
                  </a:cubicBezTo>
                  <a:cubicBezTo>
                    <a:pt x="1892" y="8948"/>
                    <a:pt x="243" y="10054"/>
                    <a:pt x="109" y="12164"/>
                  </a:cubicBezTo>
                  <a:cubicBezTo>
                    <a:pt x="0" y="14441"/>
                    <a:pt x="1778" y="15754"/>
                    <a:pt x="3558" y="15754"/>
                  </a:cubicBezTo>
                  <a:cubicBezTo>
                    <a:pt x="4915" y="15754"/>
                    <a:pt x="6272" y="14991"/>
                    <a:pt x="6795" y="13311"/>
                  </a:cubicBezTo>
                  <a:lnTo>
                    <a:pt x="26346" y="13311"/>
                  </a:lnTo>
                  <a:lnTo>
                    <a:pt x="26346" y="15540"/>
                  </a:lnTo>
                  <a:lnTo>
                    <a:pt x="32651" y="15540"/>
                  </a:lnTo>
                  <a:lnTo>
                    <a:pt x="32651" y="13311"/>
                  </a:lnTo>
                  <a:lnTo>
                    <a:pt x="42650" y="13311"/>
                  </a:lnTo>
                  <a:cubicBezTo>
                    <a:pt x="45261" y="13311"/>
                    <a:pt x="47298" y="11273"/>
                    <a:pt x="47298" y="8725"/>
                  </a:cubicBezTo>
                  <a:lnTo>
                    <a:pt x="47298" y="4650"/>
                  </a:lnTo>
                  <a:lnTo>
                    <a:pt x="49209" y="4650"/>
                  </a:lnTo>
                  <a:lnTo>
                    <a:pt x="4653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40;p38"/>
            <p:cNvSpPr/>
            <p:nvPr/>
          </p:nvSpPr>
          <p:spPr>
            <a:xfrm>
              <a:off x="819225" y="2831225"/>
              <a:ext cx="197450" cy="168025"/>
            </a:xfrm>
            <a:custGeom>
              <a:avLst/>
              <a:gdLst/>
              <a:ahLst/>
              <a:cxnLst/>
              <a:rect l="l" t="t" r="r" b="b"/>
              <a:pathLst>
                <a:path w="7898" h="6721" extrusionOk="0">
                  <a:moveTo>
                    <a:pt x="4522" y="0"/>
                  </a:moveTo>
                  <a:cubicBezTo>
                    <a:pt x="1465" y="0"/>
                    <a:pt x="1" y="3630"/>
                    <a:pt x="2102" y="5732"/>
                  </a:cubicBezTo>
                  <a:cubicBezTo>
                    <a:pt x="2805" y="6414"/>
                    <a:pt x="3663" y="6721"/>
                    <a:pt x="4501" y="6721"/>
                  </a:cubicBezTo>
                  <a:cubicBezTo>
                    <a:pt x="6242" y="6721"/>
                    <a:pt x="7897" y="5396"/>
                    <a:pt x="7897" y="3375"/>
                  </a:cubicBezTo>
                  <a:cubicBezTo>
                    <a:pt x="7897" y="1465"/>
                    <a:pt x="6369" y="0"/>
                    <a:pt x="4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41;p38"/>
            <p:cNvSpPr/>
            <p:nvPr/>
          </p:nvSpPr>
          <p:spPr>
            <a:xfrm>
              <a:off x="860625" y="1842525"/>
              <a:ext cx="619350" cy="135350"/>
            </a:xfrm>
            <a:custGeom>
              <a:avLst/>
              <a:gdLst/>
              <a:ahLst/>
              <a:cxnLst/>
              <a:rect l="l" t="t" r="r" b="b"/>
              <a:pathLst>
                <a:path w="24774" h="5414" extrusionOk="0">
                  <a:moveTo>
                    <a:pt x="4713" y="0"/>
                  </a:moveTo>
                  <a:lnTo>
                    <a:pt x="0" y="2739"/>
                  </a:lnTo>
                  <a:lnTo>
                    <a:pt x="4713" y="5414"/>
                  </a:lnTo>
                  <a:lnTo>
                    <a:pt x="4713" y="3503"/>
                  </a:lnTo>
                  <a:lnTo>
                    <a:pt x="23946" y="3503"/>
                  </a:lnTo>
                  <a:cubicBezTo>
                    <a:pt x="24391" y="3503"/>
                    <a:pt x="24774" y="3185"/>
                    <a:pt x="24774" y="2739"/>
                  </a:cubicBezTo>
                  <a:cubicBezTo>
                    <a:pt x="24774" y="2293"/>
                    <a:pt x="24391" y="1911"/>
                    <a:pt x="23946" y="1911"/>
                  </a:cubicBezTo>
                  <a:lnTo>
                    <a:pt x="4713" y="1911"/>
                  </a:lnTo>
                  <a:lnTo>
                    <a:pt x="471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42;p38"/>
            <p:cNvSpPr/>
            <p:nvPr/>
          </p:nvSpPr>
          <p:spPr>
            <a:xfrm>
              <a:off x="6060425" y="4273650"/>
              <a:ext cx="627300" cy="495175"/>
            </a:xfrm>
            <a:custGeom>
              <a:avLst/>
              <a:gdLst/>
              <a:ahLst/>
              <a:cxnLst/>
              <a:rect l="l" t="t" r="r" b="b"/>
              <a:pathLst>
                <a:path w="25092" h="19807" extrusionOk="0">
                  <a:moveTo>
                    <a:pt x="5031" y="1"/>
                  </a:moveTo>
                  <a:cubicBezTo>
                    <a:pt x="2229" y="1"/>
                    <a:pt x="0" y="2230"/>
                    <a:pt x="0" y="5032"/>
                  </a:cubicBezTo>
                  <a:lnTo>
                    <a:pt x="0" y="14776"/>
                  </a:lnTo>
                  <a:cubicBezTo>
                    <a:pt x="0" y="17578"/>
                    <a:pt x="2229" y="19807"/>
                    <a:pt x="5031" y="19807"/>
                  </a:cubicBezTo>
                  <a:lnTo>
                    <a:pt x="20124" y="19807"/>
                  </a:lnTo>
                  <a:cubicBezTo>
                    <a:pt x="22863" y="19807"/>
                    <a:pt x="25092" y="17578"/>
                    <a:pt x="25092" y="14776"/>
                  </a:cubicBezTo>
                  <a:lnTo>
                    <a:pt x="25092" y="5032"/>
                  </a:lnTo>
                  <a:cubicBezTo>
                    <a:pt x="25092" y="2230"/>
                    <a:pt x="22863" y="1"/>
                    <a:pt x="201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43;p38"/>
            <p:cNvSpPr/>
            <p:nvPr/>
          </p:nvSpPr>
          <p:spPr>
            <a:xfrm>
              <a:off x="6033350" y="2694300"/>
              <a:ext cx="97150" cy="98725"/>
            </a:xfrm>
            <a:custGeom>
              <a:avLst/>
              <a:gdLst/>
              <a:ahLst/>
              <a:cxnLst/>
              <a:rect l="l" t="t" r="r" b="b"/>
              <a:pathLst>
                <a:path w="3886" h="3949" extrusionOk="0">
                  <a:moveTo>
                    <a:pt x="1" y="0"/>
                  </a:moveTo>
                  <a:lnTo>
                    <a:pt x="1" y="3949"/>
                  </a:lnTo>
                  <a:lnTo>
                    <a:pt x="3885" y="3949"/>
                  </a:lnTo>
                  <a:lnTo>
                    <a:pt x="388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4;p38"/>
            <p:cNvSpPr/>
            <p:nvPr/>
          </p:nvSpPr>
          <p:spPr>
            <a:xfrm>
              <a:off x="6162325" y="2694300"/>
              <a:ext cx="98725" cy="98725"/>
            </a:xfrm>
            <a:custGeom>
              <a:avLst/>
              <a:gdLst/>
              <a:ahLst/>
              <a:cxnLst/>
              <a:rect l="l" t="t" r="r" b="b"/>
              <a:pathLst>
                <a:path w="3949" h="3949" extrusionOk="0">
                  <a:moveTo>
                    <a:pt x="0" y="0"/>
                  </a:moveTo>
                  <a:lnTo>
                    <a:pt x="0" y="3949"/>
                  </a:lnTo>
                  <a:lnTo>
                    <a:pt x="3948" y="3949"/>
                  </a:lnTo>
                  <a:lnTo>
                    <a:pt x="394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45;p38"/>
            <p:cNvSpPr/>
            <p:nvPr/>
          </p:nvSpPr>
          <p:spPr>
            <a:xfrm>
              <a:off x="6033350" y="2820075"/>
              <a:ext cx="97150" cy="98725"/>
            </a:xfrm>
            <a:custGeom>
              <a:avLst/>
              <a:gdLst/>
              <a:ahLst/>
              <a:cxnLst/>
              <a:rect l="l" t="t" r="r" b="b"/>
              <a:pathLst>
                <a:path w="3886" h="3949" extrusionOk="0">
                  <a:moveTo>
                    <a:pt x="1" y="0"/>
                  </a:moveTo>
                  <a:lnTo>
                    <a:pt x="1" y="3949"/>
                  </a:lnTo>
                  <a:lnTo>
                    <a:pt x="3885" y="3949"/>
                  </a:lnTo>
                  <a:lnTo>
                    <a:pt x="388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46;p38"/>
            <p:cNvSpPr/>
            <p:nvPr/>
          </p:nvSpPr>
          <p:spPr>
            <a:xfrm>
              <a:off x="6162325" y="2820075"/>
              <a:ext cx="98725" cy="98725"/>
            </a:xfrm>
            <a:custGeom>
              <a:avLst/>
              <a:gdLst/>
              <a:ahLst/>
              <a:cxnLst/>
              <a:rect l="l" t="t" r="r" b="b"/>
              <a:pathLst>
                <a:path w="3949" h="3949" extrusionOk="0">
                  <a:moveTo>
                    <a:pt x="0" y="0"/>
                  </a:moveTo>
                  <a:lnTo>
                    <a:pt x="0" y="3949"/>
                  </a:lnTo>
                  <a:lnTo>
                    <a:pt x="3948" y="3949"/>
                  </a:lnTo>
                  <a:lnTo>
                    <a:pt x="394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47;p38"/>
            <p:cNvSpPr/>
            <p:nvPr/>
          </p:nvSpPr>
          <p:spPr>
            <a:xfrm>
              <a:off x="6076350" y="3681400"/>
              <a:ext cx="176750" cy="455375"/>
            </a:xfrm>
            <a:custGeom>
              <a:avLst/>
              <a:gdLst/>
              <a:ahLst/>
              <a:cxnLst/>
              <a:rect l="l" t="t" r="r" b="b"/>
              <a:pathLst>
                <a:path w="7070" h="18215" extrusionOk="0">
                  <a:moveTo>
                    <a:pt x="0" y="0"/>
                  </a:moveTo>
                  <a:cubicBezTo>
                    <a:pt x="0" y="2866"/>
                    <a:pt x="1911" y="4777"/>
                    <a:pt x="3503" y="6305"/>
                  </a:cubicBezTo>
                  <a:cubicBezTo>
                    <a:pt x="4522" y="7324"/>
                    <a:pt x="5413" y="8279"/>
                    <a:pt x="5541" y="9107"/>
                  </a:cubicBezTo>
                  <a:cubicBezTo>
                    <a:pt x="5413" y="9935"/>
                    <a:pt x="4522" y="10890"/>
                    <a:pt x="3503" y="11846"/>
                  </a:cubicBezTo>
                  <a:cubicBezTo>
                    <a:pt x="1911" y="13438"/>
                    <a:pt x="0" y="15348"/>
                    <a:pt x="0" y="18214"/>
                  </a:cubicBezTo>
                  <a:lnTo>
                    <a:pt x="1592" y="18214"/>
                  </a:lnTo>
                  <a:cubicBezTo>
                    <a:pt x="1592" y="16049"/>
                    <a:pt x="3121" y="14520"/>
                    <a:pt x="4585" y="13056"/>
                  </a:cubicBezTo>
                  <a:cubicBezTo>
                    <a:pt x="5859" y="11846"/>
                    <a:pt x="7005" y="10636"/>
                    <a:pt x="7069" y="9235"/>
                  </a:cubicBezTo>
                  <a:lnTo>
                    <a:pt x="7069" y="9107"/>
                  </a:lnTo>
                  <a:lnTo>
                    <a:pt x="7069" y="9044"/>
                  </a:lnTo>
                  <a:cubicBezTo>
                    <a:pt x="7005" y="7579"/>
                    <a:pt x="5859" y="6433"/>
                    <a:pt x="4585" y="5223"/>
                  </a:cubicBezTo>
                  <a:cubicBezTo>
                    <a:pt x="3121" y="3694"/>
                    <a:pt x="1592" y="2166"/>
                    <a:pt x="15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48;p38"/>
            <p:cNvSpPr/>
            <p:nvPr/>
          </p:nvSpPr>
          <p:spPr>
            <a:xfrm>
              <a:off x="6270575" y="3679800"/>
              <a:ext cx="178350" cy="456975"/>
            </a:xfrm>
            <a:custGeom>
              <a:avLst/>
              <a:gdLst/>
              <a:ahLst/>
              <a:cxnLst/>
              <a:rect l="l" t="t" r="r" b="b"/>
              <a:pathLst>
                <a:path w="7134" h="18279" extrusionOk="0">
                  <a:moveTo>
                    <a:pt x="5541" y="1"/>
                  </a:moveTo>
                  <a:cubicBezTo>
                    <a:pt x="5541" y="2230"/>
                    <a:pt x="4013" y="3758"/>
                    <a:pt x="2484" y="5223"/>
                  </a:cubicBezTo>
                  <a:cubicBezTo>
                    <a:pt x="1274" y="6433"/>
                    <a:pt x="128" y="7643"/>
                    <a:pt x="1" y="9044"/>
                  </a:cubicBezTo>
                  <a:lnTo>
                    <a:pt x="1" y="9171"/>
                  </a:lnTo>
                  <a:lnTo>
                    <a:pt x="1" y="9235"/>
                  </a:lnTo>
                  <a:cubicBezTo>
                    <a:pt x="128" y="10700"/>
                    <a:pt x="1274" y="11846"/>
                    <a:pt x="2484" y="13056"/>
                  </a:cubicBezTo>
                  <a:cubicBezTo>
                    <a:pt x="4013" y="14521"/>
                    <a:pt x="5541" y="16113"/>
                    <a:pt x="5541" y="18278"/>
                  </a:cubicBezTo>
                  <a:lnTo>
                    <a:pt x="7133" y="18278"/>
                  </a:lnTo>
                  <a:cubicBezTo>
                    <a:pt x="7133" y="15412"/>
                    <a:pt x="5159" y="13502"/>
                    <a:pt x="3631" y="11910"/>
                  </a:cubicBezTo>
                  <a:cubicBezTo>
                    <a:pt x="2612" y="10891"/>
                    <a:pt x="1656" y="9935"/>
                    <a:pt x="1593" y="9108"/>
                  </a:cubicBezTo>
                  <a:cubicBezTo>
                    <a:pt x="1656" y="8280"/>
                    <a:pt x="2612" y="7388"/>
                    <a:pt x="3631" y="6369"/>
                  </a:cubicBezTo>
                  <a:cubicBezTo>
                    <a:pt x="5223" y="4777"/>
                    <a:pt x="7133" y="2867"/>
                    <a:pt x="71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49;p38"/>
            <p:cNvSpPr/>
            <p:nvPr/>
          </p:nvSpPr>
          <p:spPr>
            <a:xfrm>
              <a:off x="6170275" y="3772150"/>
              <a:ext cx="184700" cy="116250"/>
            </a:xfrm>
            <a:custGeom>
              <a:avLst/>
              <a:gdLst/>
              <a:ahLst/>
              <a:cxnLst/>
              <a:rect l="l" t="t" r="r" b="b"/>
              <a:pathLst>
                <a:path w="7388" h="4650" extrusionOk="0">
                  <a:moveTo>
                    <a:pt x="1" y="0"/>
                  </a:moveTo>
                  <a:cubicBezTo>
                    <a:pt x="574" y="637"/>
                    <a:pt x="1274" y="1338"/>
                    <a:pt x="1975" y="1975"/>
                  </a:cubicBezTo>
                  <a:cubicBezTo>
                    <a:pt x="2548" y="2548"/>
                    <a:pt x="3057" y="3248"/>
                    <a:pt x="3439" y="4013"/>
                  </a:cubicBezTo>
                  <a:cubicBezTo>
                    <a:pt x="3567" y="4204"/>
                    <a:pt x="3630" y="4458"/>
                    <a:pt x="3694" y="4649"/>
                  </a:cubicBezTo>
                  <a:cubicBezTo>
                    <a:pt x="3694" y="4586"/>
                    <a:pt x="3758" y="4458"/>
                    <a:pt x="3758" y="4395"/>
                  </a:cubicBezTo>
                  <a:cubicBezTo>
                    <a:pt x="3885" y="4013"/>
                    <a:pt x="4076" y="3694"/>
                    <a:pt x="4267" y="3376"/>
                  </a:cubicBezTo>
                  <a:cubicBezTo>
                    <a:pt x="4713" y="2803"/>
                    <a:pt x="5159" y="2229"/>
                    <a:pt x="5668" y="1720"/>
                  </a:cubicBezTo>
                  <a:cubicBezTo>
                    <a:pt x="6242" y="1147"/>
                    <a:pt x="6878" y="574"/>
                    <a:pt x="73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250;p38"/>
            <p:cNvSpPr/>
            <p:nvPr/>
          </p:nvSpPr>
          <p:spPr>
            <a:xfrm>
              <a:off x="6132075" y="3928175"/>
              <a:ext cx="261125" cy="208600"/>
            </a:xfrm>
            <a:custGeom>
              <a:avLst/>
              <a:gdLst/>
              <a:ahLst/>
              <a:cxnLst/>
              <a:rect l="l" t="t" r="r" b="b"/>
              <a:pathLst>
                <a:path w="10445" h="8344" extrusionOk="0">
                  <a:moveTo>
                    <a:pt x="5222" y="0"/>
                  </a:moveTo>
                  <a:cubicBezTo>
                    <a:pt x="5222" y="4522"/>
                    <a:pt x="828" y="6496"/>
                    <a:pt x="191" y="6751"/>
                  </a:cubicBezTo>
                  <a:cubicBezTo>
                    <a:pt x="64" y="7260"/>
                    <a:pt x="0" y="7770"/>
                    <a:pt x="0" y="8343"/>
                  </a:cubicBezTo>
                  <a:lnTo>
                    <a:pt x="10444" y="8343"/>
                  </a:lnTo>
                  <a:cubicBezTo>
                    <a:pt x="10444" y="7770"/>
                    <a:pt x="10444" y="7260"/>
                    <a:pt x="10317" y="6751"/>
                  </a:cubicBezTo>
                  <a:cubicBezTo>
                    <a:pt x="10317" y="6751"/>
                    <a:pt x="5222" y="4840"/>
                    <a:pt x="52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251;p38"/>
            <p:cNvSpPr/>
            <p:nvPr/>
          </p:nvSpPr>
          <p:spPr>
            <a:xfrm>
              <a:off x="6262625" y="3928175"/>
              <a:ext cx="25" cy="25"/>
            </a:xfrm>
            <a:custGeom>
              <a:avLst/>
              <a:gdLst/>
              <a:ahLst/>
              <a:cxnLst/>
              <a:rect l="l" t="t" r="r" b="b"/>
              <a:pathLst>
                <a:path w="1" h="1" extrusionOk="0">
                  <a:moveTo>
                    <a:pt x="0" y="0"/>
                  </a:move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252;p38"/>
            <p:cNvSpPr/>
            <p:nvPr/>
          </p:nvSpPr>
          <p:spPr>
            <a:xfrm>
              <a:off x="6036550" y="3628850"/>
              <a:ext cx="447400" cy="39825"/>
            </a:xfrm>
            <a:custGeom>
              <a:avLst/>
              <a:gdLst/>
              <a:ahLst/>
              <a:cxnLst/>
              <a:rect l="l" t="t" r="r" b="b"/>
              <a:pathLst>
                <a:path w="17896" h="1593" extrusionOk="0">
                  <a:moveTo>
                    <a:pt x="0" y="1"/>
                  </a:moveTo>
                  <a:lnTo>
                    <a:pt x="0" y="1593"/>
                  </a:lnTo>
                  <a:lnTo>
                    <a:pt x="17895" y="1593"/>
                  </a:lnTo>
                  <a:lnTo>
                    <a:pt x="1789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253;p38"/>
            <p:cNvSpPr/>
            <p:nvPr/>
          </p:nvSpPr>
          <p:spPr>
            <a:xfrm>
              <a:off x="6036550" y="4149475"/>
              <a:ext cx="447400" cy="39825"/>
            </a:xfrm>
            <a:custGeom>
              <a:avLst/>
              <a:gdLst/>
              <a:ahLst/>
              <a:cxnLst/>
              <a:rect l="l" t="t" r="r" b="b"/>
              <a:pathLst>
                <a:path w="17896" h="1593" extrusionOk="0">
                  <a:moveTo>
                    <a:pt x="0" y="1"/>
                  </a:moveTo>
                  <a:lnTo>
                    <a:pt x="0" y="1593"/>
                  </a:lnTo>
                  <a:lnTo>
                    <a:pt x="17895" y="1593"/>
                  </a:lnTo>
                  <a:lnTo>
                    <a:pt x="1789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254;p38"/>
            <p:cNvSpPr/>
            <p:nvPr/>
          </p:nvSpPr>
          <p:spPr>
            <a:xfrm>
              <a:off x="6163900" y="2121150"/>
              <a:ext cx="122575" cy="176750"/>
            </a:xfrm>
            <a:custGeom>
              <a:avLst/>
              <a:gdLst/>
              <a:ahLst/>
              <a:cxnLst/>
              <a:rect l="l" t="t" r="r" b="b"/>
              <a:pathLst>
                <a:path w="4903" h="7070" extrusionOk="0">
                  <a:moveTo>
                    <a:pt x="2357" y="1274"/>
                  </a:moveTo>
                  <a:cubicBezTo>
                    <a:pt x="2930" y="1274"/>
                    <a:pt x="3312" y="1720"/>
                    <a:pt x="3312" y="2293"/>
                  </a:cubicBezTo>
                  <a:cubicBezTo>
                    <a:pt x="3312" y="2802"/>
                    <a:pt x="2930" y="3312"/>
                    <a:pt x="2357" y="3312"/>
                  </a:cubicBezTo>
                  <a:lnTo>
                    <a:pt x="1593" y="3312"/>
                  </a:lnTo>
                  <a:lnTo>
                    <a:pt x="1593" y="1274"/>
                  </a:lnTo>
                  <a:close/>
                  <a:moveTo>
                    <a:pt x="1" y="0"/>
                  </a:moveTo>
                  <a:lnTo>
                    <a:pt x="1" y="7069"/>
                  </a:lnTo>
                  <a:lnTo>
                    <a:pt x="1593" y="7069"/>
                  </a:lnTo>
                  <a:lnTo>
                    <a:pt x="1593" y="4522"/>
                  </a:lnTo>
                  <a:lnTo>
                    <a:pt x="2675" y="4522"/>
                  </a:lnTo>
                  <a:cubicBezTo>
                    <a:pt x="2710" y="4524"/>
                    <a:pt x="2743" y="4524"/>
                    <a:pt x="2777" y="4524"/>
                  </a:cubicBezTo>
                  <a:cubicBezTo>
                    <a:pt x="3942" y="4524"/>
                    <a:pt x="4903" y="3469"/>
                    <a:pt x="4841" y="2293"/>
                  </a:cubicBezTo>
                  <a:cubicBezTo>
                    <a:pt x="4841" y="1019"/>
                    <a:pt x="3885" y="0"/>
                    <a:pt x="26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255;p38"/>
            <p:cNvSpPr/>
            <p:nvPr/>
          </p:nvSpPr>
          <p:spPr>
            <a:xfrm>
              <a:off x="6302425" y="2121150"/>
              <a:ext cx="138525" cy="176750"/>
            </a:xfrm>
            <a:custGeom>
              <a:avLst/>
              <a:gdLst/>
              <a:ahLst/>
              <a:cxnLst/>
              <a:rect l="l" t="t" r="r" b="b"/>
              <a:pathLst>
                <a:path w="5541" h="7070" extrusionOk="0">
                  <a:moveTo>
                    <a:pt x="0" y="0"/>
                  </a:moveTo>
                  <a:lnTo>
                    <a:pt x="0" y="7069"/>
                  </a:lnTo>
                  <a:lnTo>
                    <a:pt x="1592" y="7069"/>
                  </a:lnTo>
                  <a:lnTo>
                    <a:pt x="1592" y="4267"/>
                  </a:lnTo>
                  <a:lnTo>
                    <a:pt x="3885" y="4267"/>
                  </a:lnTo>
                  <a:lnTo>
                    <a:pt x="3885" y="7069"/>
                  </a:lnTo>
                  <a:lnTo>
                    <a:pt x="5541" y="7069"/>
                  </a:lnTo>
                  <a:lnTo>
                    <a:pt x="5541" y="0"/>
                  </a:lnTo>
                  <a:lnTo>
                    <a:pt x="3885" y="0"/>
                  </a:lnTo>
                  <a:lnTo>
                    <a:pt x="3885" y="2802"/>
                  </a:lnTo>
                  <a:lnTo>
                    <a:pt x="1592" y="2802"/>
                  </a:lnTo>
                  <a:lnTo>
                    <a:pt x="15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256;p38"/>
            <p:cNvSpPr/>
            <p:nvPr/>
          </p:nvSpPr>
          <p:spPr>
            <a:xfrm>
              <a:off x="6472775" y="2121150"/>
              <a:ext cx="121025" cy="176750"/>
            </a:xfrm>
            <a:custGeom>
              <a:avLst/>
              <a:gdLst/>
              <a:ahLst/>
              <a:cxnLst/>
              <a:rect l="l" t="t" r="r" b="b"/>
              <a:pathLst>
                <a:path w="4841" h="7070" extrusionOk="0">
                  <a:moveTo>
                    <a:pt x="2357" y="1274"/>
                  </a:moveTo>
                  <a:cubicBezTo>
                    <a:pt x="2930" y="1274"/>
                    <a:pt x="3312" y="1720"/>
                    <a:pt x="3312" y="2293"/>
                  </a:cubicBezTo>
                  <a:cubicBezTo>
                    <a:pt x="3312" y="2802"/>
                    <a:pt x="2930" y="3312"/>
                    <a:pt x="2357" y="3312"/>
                  </a:cubicBezTo>
                  <a:lnTo>
                    <a:pt x="1529" y="3312"/>
                  </a:lnTo>
                  <a:lnTo>
                    <a:pt x="1529" y="1274"/>
                  </a:lnTo>
                  <a:close/>
                  <a:moveTo>
                    <a:pt x="0" y="0"/>
                  </a:moveTo>
                  <a:lnTo>
                    <a:pt x="0" y="7069"/>
                  </a:lnTo>
                  <a:lnTo>
                    <a:pt x="1529" y="7069"/>
                  </a:lnTo>
                  <a:lnTo>
                    <a:pt x="1529" y="4522"/>
                  </a:lnTo>
                  <a:lnTo>
                    <a:pt x="2612" y="4522"/>
                  </a:lnTo>
                  <a:cubicBezTo>
                    <a:pt x="2647" y="4524"/>
                    <a:pt x="2683" y="4524"/>
                    <a:pt x="2718" y="4524"/>
                  </a:cubicBezTo>
                  <a:cubicBezTo>
                    <a:pt x="3938" y="4524"/>
                    <a:pt x="4839" y="3469"/>
                    <a:pt x="4777" y="2293"/>
                  </a:cubicBezTo>
                  <a:cubicBezTo>
                    <a:pt x="4840" y="1083"/>
                    <a:pt x="3822" y="64"/>
                    <a:pt x="26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257;p38"/>
            <p:cNvSpPr/>
            <p:nvPr/>
          </p:nvSpPr>
          <p:spPr>
            <a:xfrm>
              <a:off x="1688525" y="661175"/>
              <a:ext cx="92350" cy="178350"/>
            </a:xfrm>
            <a:custGeom>
              <a:avLst/>
              <a:gdLst/>
              <a:ahLst/>
              <a:cxnLst/>
              <a:rect l="l" t="t" r="r" b="b"/>
              <a:pathLst>
                <a:path w="3694" h="7134" extrusionOk="0">
                  <a:moveTo>
                    <a:pt x="2102" y="1"/>
                  </a:moveTo>
                  <a:lnTo>
                    <a:pt x="2102" y="4268"/>
                  </a:lnTo>
                  <a:cubicBezTo>
                    <a:pt x="2102" y="5032"/>
                    <a:pt x="2102" y="5669"/>
                    <a:pt x="955" y="5669"/>
                  </a:cubicBezTo>
                  <a:cubicBezTo>
                    <a:pt x="573" y="5669"/>
                    <a:pt x="191" y="5478"/>
                    <a:pt x="0" y="5159"/>
                  </a:cubicBezTo>
                  <a:lnTo>
                    <a:pt x="0" y="7006"/>
                  </a:lnTo>
                  <a:cubicBezTo>
                    <a:pt x="319" y="7134"/>
                    <a:pt x="637" y="7134"/>
                    <a:pt x="955" y="7134"/>
                  </a:cubicBezTo>
                  <a:cubicBezTo>
                    <a:pt x="2675" y="7134"/>
                    <a:pt x="3694" y="6433"/>
                    <a:pt x="3694" y="4395"/>
                  </a:cubicBezTo>
                  <a:lnTo>
                    <a:pt x="369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258;p38"/>
            <p:cNvSpPr/>
            <p:nvPr/>
          </p:nvSpPr>
          <p:spPr>
            <a:xfrm flipH="1">
              <a:off x="1461393" y="1206602"/>
              <a:ext cx="147728" cy="176750"/>
            </a:xfrm>
            <a:custGeom>
              <a:avLst/>
              <a:gdLst/>
              <a:ahLst/>
              <a:cxnLst/>
              <a:rect l="l" t="t" r="r" b="b"/>
              <a:pathLst>
                <a:path w="5478" h="7070" extrusionOk="0">
                  <a:moveTo>
                    <a:pt x="0" y="1"/>
                  </a:moveTo>
                  <a:lnTo>
                    <a:pt x="0" y="7069"/>
                  </a:lnTo>
                  <a:lnTo>
                    <a:pt x="1529" y="7069"/>
                  </a:lnTo>
                  <a:lnTo>
                    <a:pt x="1529" y="4267"/>
                  </a:lnTo>
                  <a:lnTo>
                    <a:pt x="3821" y="4267"/>
                  </a:lnTo>
                  <a:lnTo>
                    <a:pt x="3821" y="7069"/>
                  </a:lnTo>
                  <a:lnTo>
                    <a:pt x="5477" y="7069"/>
                  </a:lnTo>
                  <a:lnTo>
                    <a:pt x="5477" y="1"/>
                  </a:lnTo>
                  <a:lnTo>
                    <a:pt x="3821" y="1"/>
                  </a:lnTo>
                  <a:lnTo>
                    <a:pt x="3821" y="2866"/>
                  </a:lnTo>
                  <a:lnTo>
                    <a:pt x="1529" y="2866"/>
                  </a:lnTo>
                  <a:lnTo>
                    <a:pt x="152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259;p38"/>
            <p:cNvSpPr/>
            <p:nvPr/>
          </p:nvSpPr>
          <p:spPr>
            <a:xfrm flipH="1">
              <a:off x="1291396" y="1206602"/>
              <a:ext cx="151153" cy="176750"/>
            </a:xfrm>
            <a:custGeom>
              <a:avLst/>
              <a:gdLst/>
              <a:ahLst/>
              <a:cxnLst/>
              <a:rect l="l" t="t" r="r" b="b"/>
              <a:pathLst>
                <a:path w="5605" h="7070" extrusionOk="0">
                  <a:moveTo>
                    <a:pt x="1" y="1"/>
                  </a:moveTo>
                  <a:lnTo>
                    <a:pt x="1" y="1465"/>
                  </a:lnTo>
                  <a:lnTo>
                    <a:pt x="2038" y="1465"/>
                  </a:lnTo>
                  <a:lnTo>
                    <a:pt x="2038" y="7069"/>
                  </a:lnTo>
                  <a:lnTo>
                    <a:pt x="3567" y="7069"/>
                  </a:lnTo>
                  <a:lnTo>
                    <a:pt x="3567" y="1465"/>
                  </a:lnTo>
                  <a:lnTo>
                    <a:pt x="5605" y="1465"/>
                  </a:lnTo>
                  <a:lnTo>
                    <a:pt x="56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260;p38"/>
            <p:cNvSpPr/>
            <p:nvPr/>
          </p:nvSpPr>
          <p:spPr>
            <a:xfrm flipH="1">
              <a:off x="1037205" y="1206602"/>
              <a:ext cx="252497" cy="176750"/>
            </a:xfrm>
            <a:custGeom>
              <a:avLst/>
              <a:gdLst/>
              <a:ahLst/>
              <a:cxnLst/>
              <a:rect l="l" t="t" r="r" b="b"/>
              <a:pathLst>
                <a:path w="9363" h="7070" extrusionOk="0">
                  <a:moveTo>
                    <a:pt x="1402" y="1"/>
                  </a:moveTo>
                  <a:lnTo>
                    <a:pt x="0" y="7069"/>
                  </a:lnTo>
                  <a:lnTo>
                    <a:pt x="1720" y="7069"/>
                  </a:lnTo>
                  <a:lnTo>
                    <a:pt x="2548" y="2229"/>
                  </a:lnTo>
                  <a:lnTo>
                    <a:pt x="3949" y="7069"/>
                  </a:lnTo>
                  <a:lnTo>
                    <a:pt x="5477" y="7069"/>
                  </a:lnTo>
                  <a:lnTo>
                    <a:pt x="6815" y="2229"/>
                  </a:lnTo>
                  <a:lnTo>
                    <a:pt x="7643" y="7069"/>
                  </a:lnTo>
                  <a:lnTo>
                    <a:pt x="9362" y="7069"/>
                  </a:lnTo>
                  <a:lnTo>
                    <a:pt x="8025" y="1"/>
                  </a:lnTo>
                  <a:lnTo>
                    <a:pt x="6178" y="1"/>
                  </a:lnTo>
                  <a:lnTo>
                    <a:pt x="4713" y="4968"/>
                  </a:lnTo>
                  <a:lnTo>
                    <a:pt x="324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261;p38"/>
            <p:cNvSpPr/>
            <p:nvPr/>
          </p:nvSpPr>
          <p:spPr>
            <a:xfrm flipH="1">
              <a:off x="908417" y="1206602"/>
              <a:ext cx="109946" cy="176750"/>
            </a:xfrm>
            <a:custGeom>
              <a:avLst/>
              <a:gdLst/>
              <a:ahLst/>
              <a:cxnLst/>
              <a:rect l="l" t="t" r="r" b="b"/>
              <a:pathLst>
                <a:path w="4077" h="7070" extrusionOk="0">
                  <a:moveTo>
                    <a:pt x="1" y="1"/>
                  </a:moveTo>
                  <a:lnTo>
                    <a:pt x="1" y="7069"/>
                  </a:lnTo>
                  <a:lnTo>
                    <a:pt x="4076" y="7069"/>
                  </a:lnTo>
                  <a:lnTo>
                    <a:pt x="4076" y="5668"/>
                  </a:lnTo>
                  <a:lnTo>
                    <a:pt x="1529" y="5668"/>
                  </a:lnTo>
                  <a:lnTo>
                    <a:pt x="152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262;p38"/>
            <p:cNvSpPr/>
            <p:nvPr/>
          </p:nvSpPr>
          <p:spPr>
            <a:xfrm>
              <a:off x="2245750" y="4830900"/>
              <a:ext cx="162425" cy="211775"/>
            </a:xfrm>
            <a:custGeom>
              <a:avLst/>
              <a:gdLst/>
              <a:ahLst/>
              <a:cxnLst/>
              <a:rect l="l" t="t" r="r" b="b"/>
              <a:pathLst>
                <a:path w="6497" h="8471" extrusionOk="0">
                  <a:moveTo>
                    <a:pt x="6496" y="0"/>
                  </a:moveTo>
                  <a:lnTo>
                    <a:pt x="0" y="3057"/>
                  </a:lnTo>
                  <a:lnTo>
                    <a:pt x="0" y="5413"/>
                  </a:lnTo>
                  <a:lnTo>
                    <a:pt x="6496" y="8470"/>
                  </a:lnTo>
                  <a:lnTo>
                    <a:pt x="6496" y="6560"/>
                  </a:lnTo>
                  <a:lnTo>
                    <a:pt x="1402" y="4267"/>
                  </a:lnTo>
                  <a:lnTo>
                    <a:pt x="6496" y="1911"/>
                  </a:lnTo>
                  <a:lnTo>
                    <a:pt x="649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263;p38"/>
            <p:cNvSpPr/>
            <p:nvPr/>
          </p:nvSpPr>
          <p:spPr>
            <a:xfrm>
              <a:off x="2433625" y="4727400"/>
              <a:ext cx="207000" cy="380550"/>
            </a:xfrm>
            <a:custGeom>
              <a:avLst/>
              <a:gdLst/>
              <a:ahLst/>
              <a:cxnLst/>
              <a:rect l="l" t="t" r="r" b="b"/>
              <a:pathLst>
                <a:path w="8280" h="15222" extrusionOk="0">
                  <a:moveTo>
                    <a:pt x="6114" y="1"/>
                  </a:moveTo>
                  <a:lnTo>
                    <a:pt x="0" y="15221"/>
                  </a:lnTo>
                  <a:lnTo>
                    <a:pt x="2165" y="15221"/>
                  </a:lnTo>
                  <a:lnTo>
                    <a:pt x="82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264;p38"/>
            <p:cNvSpPr/>
            <p:nvPr/>
          </p:nvSpPr>
          <p:spPr>
            <a:xfrm>
              <a:off x="2661300" y="4830900"/>
              <a:ext cx="164000" cy="211775"/>
            </a:xfrm>
            <a:custGeom>
              <a:avLst/>
              <a:gdLst/>
              <a:ahLst/>
              <a:cxnLst/>
              <a:rect l="l" t="t" r="r" b="b"/>
              <a:pathLst>
                <a:path w="6560" h="8471" extrusionOk="0">
                  <a:moveTo>
                    <a:pt x="0" y="0"/>
                  </a:moveTo>
                  <a:lnTo>
                    <a:pt x="0" y="1911"/>
                  </a:lnTo>
                  <a:lnTo>
                    <a:pt x="5095" y="4267"/>
                  </a:lnTo>
                  <a:lnTo>
                    <a:pt x="0" y="6560"/>
                  </a:lnTo>
                  <a:lnTo>
                    <a:pt x="0" y="8470"/>
                  </a:lnTo>
                  <a:lnTo>
                    <a:pt x="6559" y="5413"/>
                  </a:lnTo>
                  <a:lnTo>
                    <a:pt x="6559" y="3057"/>
                  </a:ln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 name="Google Shape;1122;p38"/>
          <p:cNvSpPr txBox="1">
            <a:spLocks noGrp="1"/>
          </p:cNvSpPr>
          <p:nvPr>
            <p:ph type="ctrTitle"/>
          </p:nvPr>
        </p:nvSpPr>
        <p:spPr>
          <a:xfrm>
            <a:off x="3303509" y="803929"/>
            <a:ext cx="6075547" cy="614424"/>
          </a:xfrm>
          <a:prstGeom prst="rect">
            <a:avLst/>
          </a:prstGeom>
        </p:spPr>
        <p:txBody>
          <a:bodyPr spcFirstLastPara="1" wrap="square" lIns="91425" tIns="91425" rIns="91425" bIns="91425" anchor="b" anchorCtr="0">
            <a:noAutofit/>
          </a:bodyPr>
          <a:lstStyle/>
          <a:p>
            <a:pPr lvl="0"/>
            <a:r>
              <a:rPr lang="en-US" sz="3000" i="1" dirty="0">
                <a:solidFill>
                  <a:srgbClr val="0E2A47"/>
                </a:solidFill>
              </a:rPr>
              <a:t>What’s the role of a web </a:t>
            </a:r>
            <a:r>
              <a:rPr lang="en-US" sz="3000" i="1" dirty="0">
                <a:solidFill>
                  <a:srgbClr val="0E2A47"/>
                </a:solidFill>
              </a:rPr>
              <a:t>developer?</a:t>
            </a:r>
            <a:endParaRPr sz="3000" i="1" dirty="0">
              <a:solidFill>
                <a:srgbClr val="0E2A47"/>
              </a:solidFill>
            </a:endParaRPr>
          </a:p>
        </p:txBody>
      </p:sp>
    </p:spTree>
    <p:extLst>
      <p:ext uri="{BB962C8B-B14F-4D97-AF65-F5344CB8AC3E}">
        <p14:creationId xmlns:p14="http://schemas.microsoft.com/office/powerpoint/2010/main" val="7166288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25"/>
          <p:cNvSpPr/>
          <p:nvPr/>
        </p:nvSpPr>
        <p:spPr>
          <a:xfrm rot="-3173578">
            <a:off x="2948502" y="636938"/>
            <a:ext cx="755592" cy="874209"/>
          </a:xfrm>
          <a:custGeom>
            <a:avLst/>
            <a:gdLst/>
            <a:ahLst/>
            <a:cxnLst/>
            <a:rect l="l" t="t" r="r" b="b"/>
            <a:pathLst>
              <a:path w="23601" h="27306" fill="none" extrusionOk="0">
                <a:moveTo>
                  <a:pt x="7583" y="1747"/>
                </a:moveTo>
                <a:cubicBezTo>
                  <a:pt x="16316" y="0"/>
                  <a:pt x="23600" y="8392"/>
                  <a:pt x="20704" y="16784"/>
                </a:cubicBezTo>
                <a:cubicBezTo>
                  <a:pt x="17807" y="25218"/>
                  <a:pt x="6859" y="27306"/>
                  <a:pt x="1108" y="20533"/>
                </a:cubicBezTo>
                <a:cubicBezTo>
                  <a:pt x="682" y="20064"/>
                  <a:pt x="299" y="19553"/>
                  <a:pt x="1" y="18999"/>
                </a:cubicBezTo>
              </a:path>
            </a:pathLst>
          </a:custGeom>
          <a:solidFill>
            <a:schemeClr val="accent1"/>
          </a:solidFill>
          <a:ln w="13850" cap="rnd" cmpd="sng">
            <a:solidFill>
              <a:schemeClr val="accent1"/>
            </a:solidFill>
            <a:prstDash val="solid"/>
            <a:miter lim="4259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374" name="Google Shape;374;p25"/>
          <p:cNvSpPr/>
          <p:nvPr/>
        </p:nvSpPr>
        <p:spPr>
          <a:xfrm>
            <a:off x="5784719" y="3707004"/>
            <a:ext cx="1373867" cy="1113719"/>
          </a:xfrm>
          <a:custGeom>
            <a:avLst/>
            <a:gdLst/>
            <a:ahLst/>
            <a:cxnLst/>
            <a:rect l="l" t="t" r="r" b="b"/>
            <a:pathLst>
              <a:path w="25645" h="20789" fill="none" extrusionOk="0">
                <a:moveTo>
                  <a:pt x="23472" y="5709"/>
                </a:moveTo>
                <a:cubicBezTo>
                  <a:pt x="25645" y="13547"/>
                  <a:pt x="18488" y="20789"/>
                  <a:pt x="10608" y="18744"/>
                </a:cubicBezTo>
                <a:cubicBezTo>
                  <a:pt x="2684" y="16657"/>
                  <a:pt x="1" y="6859"/>
                  <a:pt x="5752" y="1066"/>
                </a:cubicBezTo>
                <a:cubicBezTo>
                  <a:pt x="6092" y="683"/>
                  <a:pt x="6518" y="299"/>
                  <a:pt x="6944" y="1"/>
                </a:cubicBezTo>
              </a:path>
            </a:pathLst>
          </a:custGeom>
          <a:solidFill>
            <a:schemeClr val="accent1"/>
          </a:solidFill>
          <a:ln w="13850" cap="rnd" cmpd="sng">
            <a:solidFill>
              <a:schemeClr val="accent1"/>
            </a:solidFill>
            <a:prstDash val="solid"/>
            <a:miter lim="4259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5"/>
          <p:cNvSpPr/>
          <p:nvPr/>
        </p:nvSpPr>
        <p:spPr>
          <a:xfrm>
            <a:off x="-2" y="2933780"/>
            <a:ext cx="2563026" cy="2560152"/>
          </a:xfrm>
          <a:custGeom>
            <a:avLst/>
            <a:gdLst/>
            <a:ahLst/>
            <a:cxnLst/>
            <a:rect l="l" t="t" r="r" b="b"/>
            <a:pathLst>
              <a:path w="39235" h="39191" fill="none" extrusionOk="0">
                <a:moveTo>
                  <a:pt x="37487" y="27817"/>
                </a:moveTo>
                <a:lnTo>
                  <a:pt x="39234" y="20661"/>
                </a:lnTo>
                <a:lnTo>
                  <a:pt x="34719" y="19511"/>
                </a:lnTo>
                <a:cubicBezTo>
                  <a:pt x="34676" y="18062"/>
                  <a:pt x="34420" y="16614"/>
                  <a:pt x="33952" y="15251"/>
                </a:cubicBezTo>
                <a:lnTo>
                  <a:pt x="38041" y="12780"/>
                </a:lnTo>
                <a:lnTo>
                  <a:pt x="34250" y="6475"/>
                </a:lnTo>
                <a:lnTo>
                  <a:pt x="30075" y="8989"/>
                </a:lnTo>
                <a:cubicBezTo>
                  <a:pt x="29053" y="8009"/>
                  <a:pt x="27903" y="7157"/>
                  <a:pt x="26668" y="6475"/>
                </a:cubicBezTo>
                <a:lnTo>
                  <a:pt x="27860" y="1747"/>
                </a:lnTo>
                <a:lnTo>
                  <a:pt x="20704" y="1"/>
                </a:lnTo>
                <a:lnTo>
                  <a:pt x="19554" y="4601"/>
                </a:lnTo>
                <a:cubicBezTo>
                  <a:pt x="18105" y="4601"/>
                  <a:pt x="16657" y="4772"/>
                  <a:pt x="15294" y="5155"/>
                </a:cubicBezTo>
                <a:lnTo>
                  <a:pt x="12866" y="1108"/>
                </a:lnTo>
                <a:lnTo>
                  <a:pt x="6518" y="4942"/>
                </a:lnTo>
                <a:lnTo>
                  <a:pt x="8819" y="8776"/>
                </a:lnTo>
                <a:cubicBezTo>
                  <a:pt x="7711" y="9841"/>
                  <a:pt x="6774" y="11033"/>
                  <a:pt x="6007" y="12354"/>
                </a:cubicBezTo>
                <a:lnTo>
                  <a:pt x="1790" y="11289"/>
                </a:lnTo>
                <a:lnTo>
                  <a:pt x="1" y="18531"/>
                </a:lnTo>
                <a:lnTo>
                  <a:pt x="3963" y="19511"/>
                </a:lnTo>
                <a:cubicBezTo>
                  <a:pt x="3920" y="21129"/>
                  <a:pt x="4133" y="22748"/>
                  <a:pt x="4602" y="24282"/>
                </a:cubicBezTo>
                <a:lnTo>
                  <a:pt x="1194" y="26326"/>
                </a:lnTo>
                <a:lnTo>
                  <a:pt x="4985" y="32673"/>
                </a:lnTo>
                <a:lnTo>
                  <a:pt x="8308" y="30671"/>
                </a:lnTo>
                <a:cubicBezTo>
                  <a:pt x="9458" y="31907"/>
                  <a:pt x="10821" y="32886"/>
                  <a:pt x="12312" y="33653"/>
                </a:cubicBezTo>
                <a:lnTo>
                  <a:pt x="11375" y="37402"/>
                </a:lnTo>
                <a:lnTo>
                  <a:pt x="18574" y="39191"/>
                </a:lnTo>
                <a:lnTo>
                  <a:pt x="19511" y="35357"/>
                </a:lnTo>
                <a:cubicBezTo>
                  <a:pt x="21130" y="35357"/>
                  <a:pt x="22748" y="35059"/>
                  <a:pt x="24325" y="34548"/>
                </a:cubicBezTo>
                <a:lnTo>
                  <a:pt x="26412" y="37998"/>
                </a:lnTo>
                <a:lnTo>
                  <a:pt x="32716" y="34164"/>
                </a:lnTo>
                <a:lnTo>
                  <a:pt x="30544" y="30543"/>
                </a:lnTo>
                <a:cubicBezTo>
                  <a:pt x="31609" y="29393"/>
                  <a:pt x="32503" y="28115"/>
                  <a:pt x="33185" y="26710"/>
                </a:cubicBezTo>
                <a:close/>
                <a:moveTo>
                  <a:pt x="26242" y="23430"/>
                </a:moveTo>
                <a:cubicBezTo>
                  <a:pt x="25986" y="23898"/>
                  <a:pt x="25688" y="24367"/>
                  <a:pt x="25347" y="24793"/>
                </a:cubicBezTo>
                <a:cubicBezTo>
                  <a:pt x="22961" y="27902"/>
                  <a:pt x="18574" y="28627"/>
                  <a:pt x="15294" y="26497"/>
                </a:cubicBezTo>
                <a:cubicBezTo>
                  <a:pt x="14953" y="26284"/>
                  <a:pt x="14612" y="26028"/>
                  <a:pt x="14271" y="25730"/>
                </a:cubicBezTo>
                <a:cubicBezTo>
                  <a:pt x="12993" y="24622"/>
                  <a:pt x="12141" y="23131"/>
                  <a:pt x="11843" y="21470"/>
                </a:cubicBezTo>
                <a:cubicBezTo>
                  <a:pt x="11715" y="21001"/>
                  <a:pt x="11673" y="20490"/>
                  <a:pt x="11673" y="20022"/>
                </a:cubicBezTo>
                <a:cubicBezTo>
                  <a:pt x="11673" y="19383"/>
                  <a:pt x="11758" y="18744"/>
                  <a:pt x="11886" y="18147"/>
                </a:cubicBezTo>
                <a:cubicBezTo>
                  <a:pt x="13036" y="13249"/>
                  <a:pt x="18574" y="10778"/>
                  <a:pt x="23004" y="13249"/>
                </a:cubicBezTo>
                <a:cubicBezTo>
                  <a:pt x="23600" y="13589"/>
                  <a:pt x="24197" y="14015"/>
                  <a:pt x="24708" y="14484"/>
                </a:cubicBezTo>
                <a:cubicBezTo>
                  <a:pt x="26625" y="16401"/>
                  <a:pt x="27434" y="19212"/>
                  <a:pt x="26838" y="21853"/>
                </a:cubicBezTo>
                <a:cubicBezTo>
                  <a:pt x="26710" y="22407"/>
                  <a:pt x="26497" y="22918"/>
                  <a:pt x="26242" y="23430"/>
                </a:cubicBezTo>
                <a:close/>
              </a:path>
            </a:pathLst>
          </a:custGeom>
          <a:solidFill>
            <a:schemeClr val="accent1"/>
          </a:solidFill>
          <a:ln w="26625" cap="flat" cmpd="sng">
            <a:solidFill>
              <a:srgbClr val="1EFFC1"/>
            </a:solidFill>
            <a:prstDash val="solid"/>
            <a:miter lim="4259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376" name="Google Shape;376;p25"/>
          <p:cNvSpPr/>
          <p:nvPr/>
        </p:nvSpPr>
        <p:spPr>
          <a:xfrm>
            <a:off x="6101912" y="3732129"/>
            <a:ext cx="837606" cy="839856"/>
          </a:xfrm>
          <a:custGeom>
            <a:avLst/>
            <a:gdLst/>
            <a:ahLst/>
            <a:cxnLst/>
            <a:rect l="l" t="t" r="r" b="b"/>
            <a:pathLst>
              <a:path w="15635" h="15677" extrusionOk="0">
                <a:moveTo>
                  <a:pt x="7626" y="4942"/>
                </a:moveTo>
                <a:cubicBezTo>
                  <a:pt x="7882" y="4942"/>
                  <a:pt x="8137" y="4942"/>
                  <a:pt x="8393" y="5027"/>
                </a:cubicBezTo>
                <a:cubicBezTo>
                  <a:pt x="8648" y="5070"/>
                  <a:pt x="8861" y="5155"/>
                  <a:pt x="9032" y="5240"/>
                </a:cubicBezTo>
                <a:cubicBezTo>
                  <a:pt x="9287" y="5368"/>
                  <a:pt x="9500" y="5496"/>
                  <a:pt x="9671" y="5666"/>
                </a:cubicBezTo>
                <a:cubicBezTo>
                  <a:pt x="9884" y="5879"/>
                  <a:pt x="10097" y="6092"/>
                  <a:pt x="10225" y="6305"/>
                </a:cubicBezTo>
                <a:cubicBezTo>
                  <a:pt x="10523" y="6731"/>
                  <a:pt x="10693" y="7157"/>
                  <a:pt x="10736" y="7668"/>
                </a:cubicBezTo>
                <a:cubicBezTo>
                  <a:pt x="10778" y="7924"/>
                  <a:pt x="10778" y="8179"/>
                  <a:pt x="10736" y="8478"/>
                </a:cubicBezTo>
                <a:cubicBezTo>
                  <a:pt x="10693" y="8776"/>
                  <a:pt x="10608" y="9074"/>
                  <a:pt x="10480" y="9372"/>
                </a:cubicBezTo>
                <a:cubicBezTo>
                  <a:pt x="10352" y="9585"/>
                  <a:pt x="10225" y="9756"/>
                  <a:pt x="10097" y="9926"/>
                </a:cubicBezTo>
                <a:cubicBezTo>
                  <a:pt x="9926" y="10096"/>
                  <a:pt x="9799" y="10267"/>
                  <a:pt x="9628" y="10394"/>
                </a:cubicBezTo>
                <a:cubicBezTo>
                  <a:pt x="9117" y="10820"/>
                  <a:pt x="8521" y="11033"/>
                  <a:pt x="7882" y="11076"/>
                </a:cubicBezTo>
                <a:lnTo>
                  <a:pt x="7370" y="11076"/>
                </a:lnTo>
                <a:cubicBezTo>
                  <a:pt x="6689" y="11033"/>
                  <a:pt x="6007" y="10735"/>
                  <a:pt x="5539" y="10224"/>
                </a:cubicBezTo>
                <a:cubicBezTo>
                  <a:pt x="5411" y="10096"/>
                  <a:pt x="5326" y="9969"/>
                  <a:pt x="5198" y="9841"/>
                </a:cubicBezTo>
                <a:cubicBezTo>
                  <a:pt x="4815" y="9287"/>
                  <a:pt x="4602" y="8605"/>
                  <a:pt x="4602" y="7924"/>
                </a:cubicBezTo>
                <a:cubicBezTo>
                  <a:pt x="4602" y="7753"/>
                  <a:pt x="4644" y="7540"/>
                  <a:pt x="4687" y="7370"/>
                </a:cubicBezTo>
                <a:cubicBezTo>
                  <a:pt x="4729" y="7114"/>
                  <a:pt x="4815" y="6901"/>
                  <a:pt x="4942" y="6646"/>
                </a:cubicBezTo>
                <a:cubicBezTo>
                  <a:pt x="5070" y="6348"/>
                  <a:pt x="5283" y="6049"/>
                  <a:pt x="5581" y="5794"/>
                </a:cubicBezTo>
                <a:cubicBezTo>
                  <a:pt x="5709" y="5623"/>
                  <a:pt x="5880" y="5496"/>
                  <a:pt x="6093" y="5368"/>
                </a:cubicBezTo>
                <a:cubicBezTo>
                  <a:pt x="6561" y="5112"/>
                  <a:pt x="7072" y="4942"/>
                  <a:pt x="7626" y="4942"/>
                </a:cubicBezTo>
                <a:close/>
                <a:moveTo>
                  <a:pt x="6731" y="1"/>
                </a:moveTo>
                <a:lnTo>
                  <a:pt x="3920" y="938"/>
                </a:lnTo>
                <a:lnTo>
                  <a:pt x="4474" y="2684"/>
                </a:lnTo>
                <a:cubicBezTo>
                  <a:pt x="3963" y="2982"/>
                  <a:pt x="3494" y="3366"/>
                  <a:pt x="3068" y="3834"/>
                </a:cubicBezTo>
                <a:lnTo>
                  <a:pt x="1534" y="3068"/>
                </a:lnTo>
                <a:lnTo>
                  <a:pt x="214" y="5709"/>
                </a:lnTo>
                <a:lnTo>
                  <a:pt x="1662" y="6433"/>
                </a:lnTo>
                <a:cubicBezTo>
                  <a:pt x="1534" y="7072"/>
                  <a:pt x="1449" y="7753"/>
                  <a:pt x="1492" y="8392"/>
                </a:cubicBezTo>
                <a:lnTo>
                  <a:pt x="1" y="8904"/>
                </a:lnTo>
                <a:lnTo>
                  <a:pt x="938" y="11758"/>
                </a:lnTo>
                <a:lnTo>
                  <a:pt x="2429" y="11246"/>
                </a:lnTo>
                <a:cubicBezTo>
                  <a:pt x="2770" y="11800"/>
                  <a:pt x="3196" y="12311"/>
                  <a:pt x="3750" y="12737"/>
                </a:cubicBezTo>
                <a:lnTo>
                  <a:pt x="3068" y="14143"/>
                </a:lnTo>
                <a:lnTo>
                  <a:pt x="5709" y="15464"/>
                </a:lnTo>
                <a:lnTo>
                  <a:pt x="6433" y="14015"/>
                </a:lnTo>
                <a:cubicBezTo>
                  <a:pt x="6859" y="14129"/>
                  <a:pt x="7285" y="14167"/>
                  <a:pt x="7724" y="14167"/>
                </a:cubicBezTo>
                <a:cubicBezTo>
                  <a:pt x="7943" y="14167"/>
                  <a:pt x="8166" y="14157"/>
                  <a:pt x="8393" y="14143"/>
                </a:cubicBezTo>
                <a:lnTo>
                  <a:pt x="8904" y="15677"/>
                </a:lnTo>
                <a:lnTo>
                  <a:pt x="11715" y="14697"/>
                </a:lnTo>
                <a:lnTo>
                  <a:pt x="11204" y="13121"/>
                </a:lnTo>
                <a:cubicBezTo>
                  <a:pt x="11715" y="12737"/>
                  <a:pt x="12184" y="12311"/>
                  <a:pt x="12567" y="11843"/>
                </a:cubicBezTo>
                <a:lnTo>
                  <a:pt x="14101" y="12610"/>
                </a:lnTo>
                <a:lnTo>
                  <a:pt x="15422" y="9926"/>
                </a:lnTo>
                <a:lnTo>
                  <a:pt x="13760" y="9117"/>
                </a:lnTo>
                <a:cubicBezTo>
                  <a:pt x="13845" y="8520"/>
                  <a:pt x="13888" y="7966"/>
                  <a:pt x="13845" y="7370"/>
                </a:cubicBezTo>
                <a:lnTo>
                  <a:pt x="15635" y="6774"/>
                </a:lnTo>
                <a:lnTo>
                  <a:pt x="14697" y="3920"/>
                </a:lnTo>
                <a:lnTo>
                  <a:pt x="12866" y="4559"/>
                </a:lnTo>
                <a:cubicBezTo>
                  <a:pt x="12525" y="4090"/>
                  <a:pt x="12141" y="3664"/>
                  <a:pt x="11715" y="3323"/>
                </a:cubicBezTo>
                <a:lnTo>
                  <a:pt x="12610" y="1534"/>
                </a:lnTo>
                <a:lnTo>
                  <a:pt x="9926" y="214"/>
                </a:lnTo>
                <a:lnTo>
                  <a:pt x="9074" y="1960"/>
                </a:lnTo>
                <a:cubicBezTo>
                  <a:pt x="8521" y="1832"/>
                  <a:pt x="7924" y="1790"/>
                  <a:pt x="7370" y="1790"/>
                </a:cubicBezTo>
                <a:lnTo>
                  <a:pt x="673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5"/>
          <p:cNvSpPr/>
          <p:nvPr/>
        </p:nvSpPr>
        <p:spPr>
          <a:xfrm rot="-3173578">
            <a:off x="3032075" y="862878"/>
            <a:ext cx="501903" cy="500527"/>
          </a:xfrm>
          <a:custGeom>
            <a:avLst/>
            <a:gdLst/>
            <a:ahLst/>
            <a:cxnLst/>
            <a:rect l="l" t="t" r="r" b="b"/>
            <a:pathLst>
              <a:path w="15677" h="15634" extrusionOk="0">
                <a:moveTo>
                  <a:pt x="7625" y="4899"/>
                </a:moveTo>
                <a:cubicBezTo>
                  <a:pt x="7924" y="4899"/>
                  <a:pt x="8179" y="4942"/>
                  <a:pt x="8435" y="4984"/>
                </a:cubicBezTo>
                <a:cubicBezTo>
                  <a:pt x="8648" y="5070"/>
                  <a:pt x="8861" y="5112"/>
                  <a:pt x="9074" y="5240"/>
                </a:cubicBezTo>
                <a:cubicBezTo>
                  <a:pt x="9287" y="5325"/>
                  <a:pt x="9500" y="5496"/>
                  <a:pt x="9713" y="5666"/>
                </a:cubicBezTo>
                <a:cubicBezTo>
                  <a:pt x="10309" y="6177"/>
                  <a:pt x="10650" y="6859"/>
                  <a:pt x="10778" y="7625"/>
                </a:cubicBezTo>
                <a:cubicBezTo>
                  <a:pt x="10778" y="7881"/>
                  <a:pt x="10778" y="8179"/>
                  <a:pt x="10778" y="8435"/>
                </a:cubicBezTo>
                <a:cubicBezTo>
                  <a:pt x="10735" y="8776"/>
                  <a:pt x="10650" y="9074"/>
                  <a:pt x="10480" y="9372"/>
                </a:cubicBezTo>
                <a:cubicBezTo>
                  <a:pt x="10394" y="9542"/>
                  <a:pt x="10267" y="9713"/>
                  <a:pt x="10139" y="9883"/>
                </a:cubicBezTo>
                <a:lnTo>
                  <a:pt x="10096" y="9926"/>
                </a:lnTo>
                <a:cubicBezTo>
                  <a:pt x="9968" y="10096"/>
                  <a:pt x="9798" y="10224"/>
                  <a:pt x="9628" y="10394"/>
                </a:cubicBezTo>
                <a:cubicBezTo>
                  <a:pt x="9159" y="10778"/>
                  <a:pt x="8520" y="11033"/>
                  <a:pt x="7924" y="11076"/>
                </a:cubicBezTo>
                <a:lnTo>
                  <a:pt x="7370" y="11076"/>
                </a:lnTo>
                <a:cubicBezTo>
                  <a:pt x="7029" y="11033"/>
                  <a:pt x="6688" y="10906"/>
                  <a:pt x="6348" y="10778"/>
                </a:cubicBezTo>
                <a:cubicBezTo>
                  <a:pt x="6049" y="10607"/>
                  <a:pt x="5794" y="10437"/>
                  <a:pt x="5581" y="10181"/>
                </a:cubicBezTo>
                <a:cubicBezTo>
                  <a:pt x="5453" y="10096"/>
                  <a:pt x="5325" y="9968"/>
                  <a:pt x="5240" y="9798"/>
                </a:cubicBezTo>
                <a:cubicBezTo>
                  <a:pt x="4814" y="9287"/>
                  <a:pt x="4601" y="8605"/>
                  <a:pt x="4644" y="7924"/>
                </a:cubicBezTo>
                <a:cubicBezTo>
                  <a:pt x="4644" y="7711"/>
                  <a:pt x="4644" y="7540"/>
                  <a:pt x="4686" y="7370"/>
                </a:cubicBezTo>
                <a:cubicBezTo>
                  <a:pt x="4771" y="7114"/>
                  <a:pt x="4857" y="6859"/>
                  <a:pt x="4942" y="6646"/>
                </a:cubicBezTo>
                <a:cubicBezTo>
                  <a:pt x="5112" y="6305"/>
                  <a:pt x="5325" y="6007"/>
                  <a:pt x="5581" y="5751"/>
                </a:cubicBezTo>
                <a:cubicBezTo>
                  <a:pt x="5751" y="5623"/>
                  <a:pt x="5922" y="5453"/>
                  <a:pt x="6135" y="5325"/>
                </a:cubicBezTo>
                <a:cubicBezTo>
                  <a:pt x="6560" y="5070"/>
                  <a:pt x="7114" y="4942"/>
                  <a:pt x="7625" y="4899"/>
                </a:cubicBezTo>
                <a:close/>
                <a:moveTo>
                  <a:pt x="6731" y="0"/>
                </a:moveTo>
                <a:lnTo>
                  <a:pt x="3919" y="938"/>
                </a:lnTo>
                <a:lnTo>
                  <a:pt x="4516" y="2641"/>
                </a:lnTo>
                <a:cubicBezTo>
                  <a:pt x="4005" y="2982"/>
                  <a:pt x="3493" y="3366"/>
                  <a:pt x="3110" y="3834"/>
                </a:cubicBezTo>
                <a:lnTo>
                  <a:pt x="1534" y="3067"/>
                </a:lnTo>
                <a:lnTo>
                  <a:pt x="213" y="5709"/>
                </a:lnTo>
                <a:lnTo>
                  <a:pt x="1704" y="6433"/>
                </a:lnTo>
                <a:cubicBezTo>
                  <a:pt x="1534" y="7072"/>
                  <a:pt x="1491" y="7711"/>
                  <a:pt x="1534" y="8392"/>
                </a:cubicBezTo>
                <a:lnTo>
                  <a:pt x="0" y="8903"/>
                </a:lnTo>
                <a:lnTo>
                  <a:pt x="980" y="11715"/>
                </a:lnTo>
                <a:lnTo>
                  <a:pt x="2428" y="11246"/>
                </a:lnTo>
                <a:cubicBezTo>
                  <a:pt x="2769" y="11800"/>
                  <a:pt x="3238" y="12311"/>
                  <a:pt x="3749" y="12737"/>
                </a:cubicBezTo>
                <a:lnTo>
                  <a:pt x="3067" y="14100"/>
                </a:lnTo>
                <a:lnTo>
                  <a:pt x="5709" y="15421"/>
                </a:lnTo>
                <a:lnTo>
                  <a:pt x="6433" y="14015"/>
                </a:lnTo>
                <a:cubicBezTo>
                  <a:pt x="6845" y="14098"/>
                  <a:pt x="7258" y="14145"/>
                  <a:pt x="7682" y="14145"/>
                </a:cubicBezTo>
                <a:cubicBezTo>
                  <a:pt x="7915" y="14145"/>
                  <a:pt x="8151" y="14131"/>
                  <a:pt x="8392" y="14100"/>
                </a:cubicBezTo>
                <a:lnTo>
                  <a:pt x="8903" y="15634"/>
                </a:lnTo>
                <a:lnTo>
                  <a:pt x="11758" y="14697"/>
                </a:lnTo>
                <a:lnTo>
                  <a:pt x="11204" y="13078"/>
                </a:lnTo>
                <a:cubicBezTo>
                  <a:pt x="11715" y="12737"/>
                  <a:pt x="12183" y="12311"/>
                  <a:pt x="12567" y="11800"/>
                </a:cubicBezTo>
                <a:lnTo>
                  <a:pt x="14143" y="12567"/>
                </a:lnTo>
                <a:lnTo>
                  <a:pt x="15464" y="9926"/>
                </a:lnTo>
                <a:lnTo>
                  <a:pt x="13760" y="9074"/>
                </a:lnTo>
                <a:cubicBezTo>
                  <a:pt x="13887" y="8520"/>
                  <a:pt x="13887" y="7924"/>
                  <a:pt x="13845" y="7327"/>
                </a:cubicBezTo>
                <a:lnTo>
                  <a:pt x="15677" y="6731"/>
                </a:lnTo>
                <a:lnTo>
                  <a:pt x="14697" y="3919"/>
                </a:lnTo>
                <a:lnTo>
                  <a:pt x="12865" y="4558"/>
                </a:lnTo>
                <a:cubicBezTo>
                  <a:pt x="12524" y="4090"/>
                  <a:pt x="12183" y="3664"/>
                  <a:pt x="11758" y="3280"/>
                </a:cubicBezTo>
                <a:lnTo>
                  <a:pt x="12609" y="1534"/>
                </a:lnTo>
                <a:lnTo>
                  <a:pt x="9926" y="213"/>
                </a:lnTo>
                <a:lnTo>
                  <a:pt x="9074" y="1917"/>
                </a:lnTo>
                <a:cubicBezTo>
                  <a:pt x="8658" y="1821"/>
                  <a:pt x="8219" y="1774"/>
                  <a:pt x="7792" y="1774"/>
                </a:cubicBezTo>
                <a:cubicBezTo>
                  <a:pt x="7649" y="1774"/>
                  <a:pt x="7508" y="1779"/>
                  <a:pt x="7370" y="1789"/>
                </a:cubicBezTo>
                <a:lnTo>
                  <a:pt x="67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378" name="Google Shape;378;p25"/>
          <p:cNvSpPr/>
          <p:nvPr/>
        </p:nvSpPr>
        <p:spPr>
          <a:xfrm>
            <a:off x="6406139" y="804152"/>
            <a:ext cx="267858" cy="59329"/>
          </a:xfrm>
          <a:custGeom>
            <a:avLst/>
            <a:gdLst/>
            <a:ahLst/>
            <a:cxnLst/>
            <a:rect l="l" t="t" r="r" b="b"/>
            <a:pathLst>
              <a:path w="5964" h="1321" extrusionOk="0">
                <a:moveTo>
                  <a:pt x="0" y="0"/>
                </a:moveTo>
                <a:lnTo>
                  <a:pt x="0" y="1321"/>
                </a:lnTo>
                <a:lnTo>
                  <a:pt x="5964" y="1321"/>
                </a:lnTo>
                <a:lnTo>
                  <a:pt x="596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379" name="Google Shape;379;p25"/>
          <p:cNvSpPr/>
          <p:nvPr/>
        </p:nvSpPr>
        <p:spPr>
          <a:xfrm>
            <a:off x="6828947" y="804152"/>
            <a:ext cx="1568883" cy="59329"/>
          </a:xfrm>
          <a:custGeom>
            <a:avLst/>
            <a:gdLst/>
            <a:ahLst/>
            <a:cxnLst/>
            <a:rect l="l" t="t" r="r" b="b"/>
            <a:pathLst>
              <a:path w="34932" h="1321" extrusionOk="0">
                <a:moveTo>
                  <a:pt x="0" y="0"/>
                </a:moveTo>
                <a:lnTo>
                  <a:pt x="0" y="1321"/>
                </a:lnTo>
                <a:lnTo>
                  <a:pt x="34931" y="1321"/>
                </a:lnTo>
                <a:lnTo>
                  <a:pt x="349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380" name="Google Shape;380;p25"/>
          <p:cNvSpPr/>
          <p:nvPr/>
        </p:nvSpPr>
        <p:spPr>
          <a:xfrm>
            <a:off x="6406139" y="983982"/>
            <a:ext cx="267858" cy="61261"/>
          </a:xfrm>
          <a:custGeom>
            <a:avLst/>
            <a:gdLst/>
            <a:ahLst/>
            <a:cxnLst/>
            <a:rect l="l" t="t" r="r" b="b"/>
            <a:pathLst>
              <a:path w="5964" h="1364" extrusionOk="0">
                <a:moveTo>
                  <a:pt x="0" y="0"/>
                </a:moveTo>
                <a:lnTo>
                  <a:pt x="0" y="1364"/>
                </a:lnTo>
                <a:lnTo>
                  <a:pt x="5964" y="1364"/>
                </a:lnTo>
                <a:lnTo>
                  <a:pt x="596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381" name="Google Shape;381;p25"/>
          <p:cNvSpPr/>
          <p:nvPr/>
        </p:nvSpPr>
        <p:spPr>
          <a:xfrm>
            <a:off x="6828947" y="983982"/>
            <a:ext cx="1568883" cy="61261"/>
          </a:xfrm>
          <a:custGeom>
            <a:avLst/>
            <a:gdLst/>
            <a:ahLst/>
            <a:cxnLst/>
            <a:rect l="l" t="t" r="r" b="b"/>
            <a:pathLst>
              <a:path w="34932" h="1364" extrusionOk="0">
                <a:moveTo>
                  <a:pt x="0" y="0"/>
                </a:moveTo>
                <a:lnTo>
                  <a:pt x="0" y="1364"/>
                </a:lnTo>
                <a:lnTo>
                  <a:pt x="34931" y="1364"/>
                </a:lnTo>
                <a:lnTo>
                  <a:pt x="3493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382" name="Google Shape;382;p25"/>
          <p:cNvSpPr/>
          <p:nvPr/>
        </p:nvSpPr>
        <p:spPr>
          <a:xfrm>
            <a:off x="6406139" y="1165742"/>
            <a:ext cx="267858" cy="59329"/>
          </a:xfrm>
          <a:custGeom>
            <a:avLst/>
            <a:gdLst/>
            <a:ahLst/>
            <a:cxnLst/>
            <a:rect l="l" t="t" r="r" b="b"/>
            <a:pathLst>
              <a:path w="5964" h="1321" extrusionOk="0">
                <a:moveTo>
                  <a:pt x="0" y="0"/>
                </a:moveTo>
                <a:lnTo>
                  <a:pt x="0" y="1321"/>
                </a:lnTo>
                <a:lnTo>
                  <a:pt x="5964" y="1321"/>
                </a:lnTo>
                <a:lnTo>
                  <a:pt x="596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383" name="Google Shape;383;p25"/>
          <p:cNvSpPr/>
          <p:nvPr/>
        </p:nvSpPr>
        <p:spPr>
          <a:xfrm>
            <a:off x="6828947" y="1165742"/>
            <a:ext cx="991084" cy="59329"/>
          </a:xfrm>
          <a:custGeom>
            <a:avLst/>
            <a:gdLst/>
            <a:ahLst/>
            <a:cxnLst/>
            <a:rect l="l" t="t" r="r" b="b"/>
            <a:pathLst>
              <a:path w="22067" h="1321" extrusionOk="0">
                <a:moveTo>
                  <a:pt x="0" y="0"/>
                </a:moveTo>
                <a:lnTo>
                  <a:pt x="0" y="1321"/>
                </a:lnTo>
                <a:lnTo>
                  <a:pt x="22066" y="1321"/>
                </a:lnTo>
                <a:lnTo>
                  <a:pt x="220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384" name="Google Shape;384;p25"/>
          <p:cNvSpPr/>
          <p:nvPr/>
        </p:nvSpPr>
        <p:spPr>
          <a:xfrm>
            <a:off x="6406139" y="1347503"/>
            <a:ext cx="267858" cy="59329"/>
          </a:xfrm>
          <a:custGeom>
            <a:avLst/>
            <a:gdLst/>
            <a:ahLst/>
            <a:cxnLst/>
            <a:rect l="l" t="t" r="r" b="b"/>
            <a:pathLst>
              <a:path w="5964" h="1321" extrusionOk="0">
                <a:moveTo>
                  <a:pt x="0" y="0"/>
                </a:moveTo>
                <a:lnTo>
                  <a:pt x="0" y="1321"/>
                </a:lnTo>
                <a:lnTo>
                  <a:pt x="5964" y="1321"/>
                </a:lnTo>
                <a:lnTo>
                  <a:pt x="5964" y="0"/>
                </a:lnTo>
                <a:close/>
              </a:path>
            </a:pathLst>
          </a:custGeom>
          <a:solidFill>
            <a:srgbClr val="0E2A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385" name="Google Shape;385;p25"/>
          <p:cNvSpPr/>
          <p:nvPr/>
        </p:nvSpPr>
        <p:spPr>
          <a:xfrm>
            <a:off x="6828947" y="1347503"/>
            <a:ext cx="991084" cy="59329"/>
          </a:xfrm>
          <a:custGeom>
            <a:avLst/>
            <a:gdLst/>
            <a:ahLst/>
            <a:cxnLst/>
            <a:rect l="l" t="t" r="r" b="b"/>
            <a:pathLst>
              <a:path w="22067" h="1321" extrusionOk="0">
                <a:moveTo>
                  <a:pt x="0" y="0"/>
                </a:moveTo>
                <a:lnTo>
                  <a:pt x="0" y="1321"/>
                </a:lnTo>
                <a:lnTo>
                  <a:pt x="22066" y="1321"/>
                </a:lnTo>
                <a:lnTo>
                  <a:pt x="220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386" name="Google Shape;386;p25"/>
          <p:cNvSpPr/>
          <p:nvPr/>
        </p:nvSpPr>
        <p:spPr>
          <a:xfrm>
            <a:off x="6101900" y="869185"/>
            <a:ext cx="141654" cy="552963"/>
          </a:xfrm>
          <a:custGeom>
            <a:avLst/>
            <a:gdLst/>
            <a:ahLst/>
            <a:cxnLst/>
            <a:rect l="l" t="t" r="r" b="b"/>
            <a:pathLst>
              <a:path w="3154" h="12312" fill="none" extrusionOk="0">
                <a:moveTo>
                  <a:pt x="3153" y="12311"/>
                </a:moveTo>
                <a:lnTo>
                  <a:pt x="1" y="12311"/>
                </a:lnTo>
                <a:lnTo>
                  <a:pt x="1" y="0"/>
                </a:lnTo>
                <a:lnTo>
                  <a:pt x="3068" y="0"/>
                </a:lnTo>
              </a:path>
            </a:pathLst>
          </a:custGeom>
          <a:solidFill>
            <a:schemeClr val="accent1"/>
          </a:solidFill>
          <a:ln w="13850" cap="flat" cmpd="sng">
            <a:solidFill>
              <a:schemeClr val="accent1"/>
            </a:solidFill>
            <a:prstDash val="solid"/>
            <a:miter lim="4259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387" name="Google Shape;387;p25"/>
          <p:cNvSpPr/>
          <p:nvPr/>
        </p:nvSpPr>
        <p:spPr>
          <a:xfrm>
            <a:off x="523596" y="911573"/>
            <a:ext cx="1335660" cy="80014"/>
          </a:xfrm>
          <a:custGeom>
            <a:avLst/>
            <a:gdLst/>
            <a:ahLst/>
            <a:cxnLst/>
            <a:rect l="l" t="t" r="r" b="b"/>
            <a:pathLst>
              <a:path w="22067" h="1322" extrusionOk="0">
                <a:moveTo>
                  <a:pt x="0" y="1"/>
                </a:moveTo>
                <a:lnTo>
                  <a:pt x="0" y="1321"/>
                </a:lnTo>
                <a:lnTo>
                  <a:pt x="22066" y="1321"/>
                </a:lnTo>
                <a:lnTo>
                  <a:pt x="220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388" name="Google Shape;388;p25"/>
          <p:cNvSpPr/>
          <p:nvPr/>
        </p:nvSpPr>
        <p:spPr>
          <a:xfrm>
            <a:off x="523596" y="1153907"/>
            <a:ext cx="1335660" cy="82617"/>
          </a:xfrm>
          <a:custGeom>
            <a:avLst/>
            <a:gdLst/>
            <a:ahLst/>
            <a:cxnLst/>
            <a:rect l="l" t="t" r="r" b="b"/>
            <a:pathLst>
              <a:path w="22067" h="1365" extrusionOk="0">
                <a:moveTo>
                  <a:pt x="0" y="1"/>
                </a:moveTo>
                <a:lnTo>
                  <a:pt x="0" y="1364"/>
                </a:lnTo>
                <a:lnTo>
                  <a:pt x="22066" y="1364"/>
                </a:lnTo>
                <a:lnTo>
                  <a:pt x="220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389" name="Google Shape;389;p25"/>
          <p:cNvSpPr/>
          <p:nvPr/>
        </p:nvSpPr>
        <p:spPr>
          <a:xfrm>
            <a:off x="6580967" y="2995135"/>
            <a:ext cx="1929800" cy="381875"/>
          </a:xfrm>
          <a:custGeom>
            <a:avLst/>
            <a:gdLst/>
            <a:ahLst/>
            <a:cxnLst/>
            <a:rect l="l" t="t" r="r" b="b"/>
            <a:pathLst>
              <a:path w="60278" h="11928" fill="none" extrusionOk="0">
                <a:moveTo>
                  <a:pt x="0" y="0"/>
                </a:moveTo>
                <a:lnTo>
                  <a:pt x="60277" y="0"/>
                </a:lnTo>
                <a:lnTo>
                  <a:pt x="60277" y="11928"/>
                </a:lnTo>
                <a:lnTo>
                  <a:pt x="0" y="11928"/>
                </a:lnTo>
                <a:close/>
              </a:path>
            </a:pathLst>
          </a:custGeom>
          <a:solidFill>
            <a:schemeClr val="accent1"/>
          </a:solidFill>
          <a:ln w="13850" cap="flat" cmpd="sng">
            <a:solidFill>
              <a:schemeClr val="accent1"/>
            </a:solidFill>
            <a:prstDash val="solid"/>
            <a:miter lim="4259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5"/>
          <p:cNvSpPr txBox="1">
            <a:spLocks noGrp="1"/>
          </p:cNvSpPr>
          <p:nvPr>
            <p:ph type="ctrTitle"/>
          </p:nvPr>
        </p:nvSpPr>
        <p:spPr>
          <a:xfrm>
            <a:off x="2749775" y="1594525"/>
            <a:ext cx="3530400" cy="1940100"/>
          </a:xfrm>
          <a:prstGeom prst="rect">
            <a:avLst/>
          </a:prstGeom>
        </p:spPr>
        <p:txBody>
          <a:bodyPr spcFirstLastPara="1" wrap="square" lIns="91425" tIns="91425" rIns="91425" bIns="91425" anchor="b" anchorCtr="0">
            <a:noAutofit/>
          </a:bodyPr>
          <a:lstStyle/>
          <a:p>
            <a:pPr marL="0" indent="0"/>
            <a:r>
              <a:rPr lang="es" dirty="0" smtClean="0"/>
              <a:t>—</a:t>
            </a:r>
            <a:r>
              <a:rPr lang="fr-FR" altLang="fr-FR" i="1" dirty="0">
                <a:solidFill>
                  <a:schemeClr val="tx1"/>
                </a:solidFill>
                <a:latin typeface="Arial" panose="020B0604020202020204" pitchFamily="34" charset="0"/>
              </a:rPr>
              <a:t>Robert H. Schuller</a:t>
            </a:r>
            <a:r>
              <a:rPr lang="fr-FR" altLang="fr-FR" dirty="0">
                <a:solidFill>
                  <a:schemeClr val="tx1"/>
                </a:solidFill>
                <a:latin typeface="Arial" panose="020B0604020202020204" pitchFamily="34" charset="0"/>
              </a:rPr>
              <a:t> </a:t>
            </a:r>
          </a:p>
        </p:txBody>
      </p:sp>
      <p:sp>
        <p:nvSpPr>
          <p:cNvPr id="391" name="Google Shape;391;p25"/>
          <p:cNvSpPr txBox="1">
            <a:spLocks noGrp="1"/>
          </p:cNvSpPr>
          <p:nvPr>
            <p:ph type="subTitle" idx="1"/>
          </p:nvPr>
        </p:nvSpPr>
        <p:spPr>
          <a:xfrm>
            <a:off x="2786225" y="1969041"/>
            <a:ext cx="3457500" cy="1245234"/>
          </a:xfrm>
          <a:prstGeom prst="rect">
            <a:avLst/>
          </a:prstGeom>
        </p:spPr>
        <p:txBody>
          <a:bodyPr spcFirstLastPara="1" wrap="square" lIns="91425" tIns="91425" rIns="91425" bIns="91425" anchor="t" anchorCtr="0">
            <a:noAutofit/>
          </a:bodyPr>
          <a:lstStyle/>
          <a:p>
            <a:pPr marL="0" indent="0"/>
            <a:r>
              <a:rPr lang="es" dirty="0" smtClean="0">
                <a:solidFill>
                  <a:srgbClr val="161234"/>
                </a:solidFill>
              </a:rPr>
              <a:t>“</a:t>
            </a:r>
            <a:r>
              <a:rPr lang="fr-FR" altLang="fr-FR" dirty="0" err="1">
                <a:solidFill>
                  <a:schemeClr val="tx1"/>
                </a:solidFill>
                <a:latin typeface="Arial" panose="020B0604020202020204" pitchFamily="34" charset="0"/>
              </a:rPr>
              <a:t>Today's</a:t>
            </a:r>
            <a:r>
              <a:rPr lang="fr-FR" altLang="fr-FR" dirty="0">
                <a:solidFill>
                  <a:schemeClr val="tx1"/>
                </a:solidFill>
                <a:latin typeface="Arial" panose="020B0604020202020204" pitchFamily="34" charset="0"/>
              </a:rPr>
              <a:t> </a:t>
            </a:r>
            <a:r>
              <a:rPr lang="fr-FR" altLang="fr-FR" dirty="0" err="1">
                <a:solidFill>
                  <a:schemeClr val="tx1"/>
                </a:solidFill>
                <a:latin typeface="Arial" panose="020B0604020202020204" pitchFamily="34" charset="0"/>
              </a:rPr>
              <a:t>accomplishments</a:t>
            </a:r>
            <a:r>
              <a:rPr lang="fr-FR" altLang="fr-FR" dirty="0">
                <a:solidFill>
                  <a:schemeClr val="tx1"/>
                </a:solidFill>
                <a:latin typeface="Arial" panose="020B0604020202020204" pitchFamily="34" charset="0"/>
              </a:rPr>
              <a:t> </a:t>
            </a:r>
            <a:r>
              <a:rPr lang="fr-FR" altLang="fr-FR" dirty="0" err="1">
                <a:solidFill>
                  <a:schemeClr val="tx1"/>
                </a:solidFill>
                <a:latin typeface="Arial" panose="020B0604020202020204" pitchFamily="34" charset="0"/>
              </a:rPr>
              <a:t>were</a:t>
            </a:r>
            <a:r>
              <a:rPr lang="fr-FR" altLang="fr-FR" dirty="0">
                <a:solidFill>
                  <a:schemeClr val="tx1"/>
                </a:solidFill>
                <a:latin typeface="Arial" panose="020B0604020202020204" pitchFamily="34" charset="0"/>
              </a:rPr>
              <a:t> </a:t>
            </a:r>
            <a:r>
              <a:rPr lang="fr-FR" altLang="fr-FR" dirty="0" err="1">
                <a:solidFill>
                  <a:schemeClr val="tx1"/>
                </a:solidFill>
                <a:latin typeface="Arial" panose="020B0604020202020204" pitchFamily="34" charset="0"/>
              </a:rPr>
              <a:t>yesterday's</a:t>
            </a:r>
            <a:r>
              <a:rPr lang="fr-FR" altLang="fr-FR" dirty="0">
                <a:solidFill>
                  <a:schemeClr val="tx1"/>
                </a:solidFill>
                <a:latin typeface="Arial" panose="020B0604020202020204" pitchFamily="34" charset="0"/>
              </a:rPr>
              <a:t> </a:t>
            </a:r>
            <a:r>
              <a:rPr lang="fr-FR" altLang="fr-FR" dirty="0" err="1">
                <a:solidFill>
                  <a:schemeClr val="tx1"/>
                </a:solidFill>
                <a:latin typeface="Arial" panose="020B0604020202020204" pitchFamily="34" charset="0"/>
              </a:rPr>
              <a:t>impossibilities</a:t>
            </a:r>
            <a:r>
              <a:rPr lang="fr-FR" altLang="fr-FR" dirty="0" smtClean="0">
                <a:solidFill>
                  <a:schemeClr val="tx1"/>
                </a:solidFill>
                <a:latin typeface="Arial" panose="020B0604020202020204" pitchFamily="34" charset="0"/>
              </a:rPr>
              <a:t>.</a:t>
            </a:r>
            <a:r>
              <a:rPr lang="es" dirty="0" smtClean="0">
                <a:solidFill>
                  <a:srgbClr val="161234"/>
                </a:solidFill>
              </a:rPr>
              <a:t>”</a:t>
            </a:r>
            <a:endParaRPr dirty="0"/>
          </a:p>
        </p:txBody>
      </p:sp>
    </p:spTree>
  </p:cSld>
  <p:clrMapOvr>
    <a:masterClrMapping/>
  </p:clrMapOvr>
</p:sld>
</file>

<file path=ppt/theme/theme1.xml><?xml version="1.0" encoding="utf-8"?>
<a:theme xmlns:a="http://schemas.openxmlformats.org/drawingml/2006/main" name="WEB PROPOSAL">
  <a:themeElements>
    <a:clrScheme name="Simple Light">
      <a:dk1>
        <a:srgbClr val="000000"/>
      </a:dk1>
      <a:lt1>
        <a:srgbClr val="FFFFFF"/>
      </a:lt1>
      <a:dk2>
        <a:srgbClr val="595959"/>
      </a:dk2>
      <a:lt2>
        <a:srgbClr val="EEEEEE"/>
      </a:lt2>
      <a:accent1>
        <a:srgbClr val="48FFD5"/>
      </a:accent1>
      <a:accent2>
        <a:srgbClr val="48FFD5"/>
      </a:accent2>
      <a:accent3>
        <a:srgbClr val="48FFD5"/>
      </a:accent3>
      <a:accent4>
        <a:srgbClr val="48FFD5"/>
      </a:accent4>
      <a:accent5>
        <a:srgbClr val="48FFD5"/>
      </a:accent5>
      <a:accent6>
        <a:srgbClr val="48FFD5"/>
      </a:accent6>
      <a:hlink>
        <a:srgbClr val="48FFD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TotalTime>
  <Words>715</Words>
  <Application>Microsoft Office PowerPoint</Application>
  <PresentationFormat>On-screen Show (16:9)</PresentationFormat>
  <Paragraphs>110</Paragraphs>
  <Slides>8</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Bree Serif</vt:lpstr>
      <vt:lpstr>Didact Gothic</vt:lpstr>
      <vt:lpstr>Roboto Black</vt:lpstr>
      <vt:lpstr>Roboto Light</vt:lpstr>
      <vt:lpstr>Roboto Mono Regular</vt:lpstr>
      <vt:lpstr>WEB PROPOSAL</vt:lpstr>
      <vt:lpstr>Web fundamentals project</vt:lpstr>
      <vt:lpstr>TABLE OF CONTENTS</vt:lpstr>
      <vt:lpstr>How does the web work?</vt:lpstr>
      <vt:lpstr>How does the web work?</vt:lpstr>
      <vt:lpstr>How does the web work?</vt:lpstr>
      <vt:lpstr>What do you need to be a web developer?</vt:lpstr>
      <vt:lpstr>What’s the role of a web developer?</vt:lpstr>
      <vt:lpstr>—Robert H. Schuller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fundamentals project</dc:title>
  <dc:creator>RYM</dc:creator>
  <cp:lastModifiedBy>Joulak Rym</cp:lastModifiedBy>
  <cp:revision>20</cp:revision>
  <dcterms:modified xsi:type="dcterms:W3CDTF">2021-01-27T12:37:21Z</dcterms:modified>
</cp:coreProperties>
</file>